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Barlow ExtraLight"/>
      <p:regular r:id="rId29"/>
      <p:bold r:id="rId30"/>
      <p:italic r:id="rId31"/>
      <p:boldItalic r:id="rId32"/>
    </p:embeddedFont>
    <p:embeddedFont>
      <p:font typeface="Hepta Slab Medium"/>
      <p:regular r:id="rId33"/>
      <p:bold r:id="rId34"/>
    </p:embeddedFont>
    <p:embeddedFont>
      <p:font typeface="Hepta Slab Light"/>
      <p:regular r:id="rId35"/>
      <p:bold r:id="rId36"/>
    </p:embeddedFont>
    <p:embeddedFont>
      <p:font typeface="Hepta Slab"/>
      <p:regular r:id="rId37"/>
      <p:bold r:id="rId38"/>
    </p:embeddedFont>
    <p:embeddedFont>
      <p:font typeface="Poppins Light"/>
      <p:regular r:id="rId39"/>
      <p:bold r:id="rId40"/>
      <p:italic r:id="rId41"/>
      <p:boldItalic r:id="rId42"/>
    </p:embeddedFont>
    <p:embeddedFont>
      <p:font typeface="Hepta Slab SemiBold"/>
      <p:regular r:id="rId43"/>
      <p:bold r:id="rId44"/>
    </p:embeddedFont>
    <p:embeddedFont>
      <p:font typeface="Barlow Medium"/>
      <p:regular r:id="rId45"/>
      <p:bold r:id="rId46"/>
      <p:italic r:id="rId47"/>
      <p:boldItalic r:id="rId48"/>
    </p:embeddedFont>
    <p:embeddedFont>
      <p:font typeface="Roboto Light"/>
      <p:regular r:id="rId49"/>
      <p:bold r:id="rId50"/>
      <p:italic r:id="rId51"/>
      <p:boldItalic r:id="rId52"/>
    </p:embeddedFont>
    <p:embeddedFont>
      <p:font typeface="Oswald"/>
      <p:regular r:id="rId53"/>
      <p:bold r:id="rId54"/>
    </p:embeddedFont>
    <p:embeddedFont>
      <p:font typeface="Barlow Light"/>
      <p:regular r:id="rId55"/>
      <p:bold r:id="rId56"/>
      <p:italic r:id="rId57"/>
      <p:boldItalic r:id="rId58"/>
    </p:embeddedFont>
    <p:embeddedFont>
      <p:font typeface="Barlow"/>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3" roundtripDataSignature="AMtx7miZfmd71RV9aOpJcJsug+K7j0V0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4AD23E-C4EC-43F6-968E-5AFA409B75AE}">
  <a:tblStyle styleId="{194AD23E-C4EC-43F6-968E-5AFA409B75A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Light-bold.fntdata"/><Relationship Id="rId42" Type="http://schemas.openxmlformats.org/officeDocument/2006/relationships/font" Target="fonts/PoppinsLight-boldItalic.fntdata"/><Relationship Id="rId41" Type="http://schemas.openxmlformats.org/officeDocument/2006/relationships/font" Target="fonts/PoppinsLight-italic.fntdata"/><Relationship Id="rId44" Type="http://schemas.openxmlformats.org/officeDocument/2006/relationships/font" Target="fonts/HeptaSlabSemiBold-bold.fntdata"/><Relationship Id="rId43" Type="http://schemas.openxmlformats.org/officeDocument/2006/relationships/font" Target="fonts/HeptaSlabSemiBold-regular.fntdata"/><Relationship Id="rId46" Type="http://schemas.openxmlformats.org/officeDocument/2006/relationships/font" Target="fonts/BarlowMedium-bold.fntdata"/><Relationship Id="rId45" Type="http://schemas.openxmlformats.org/officeDocument/2006/relationships/font" Target="fonts/Barlow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BarlowMedium-boldItalic.fntdata"/><Relationship Id="rId47" Type="http://schemas.openxmlformats.org/officeDocument/2006/relationships/font" Target="fonts/BarlowMedium-italic.fntdata"/><Relationship Id="rId49" Type="http://schemas.openxmlformats.org/officeDocument/2006/relationships/font" Target="fonts/RobotoLigh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arlowExtraLight-italic.fntdata"/><Relationship Id="rId30" Type="http://schemas.openxmlformats.org/officeDocument/2006/relationships/font" Target="fonts/BarlowExtraLight-bold.fntdata"/><Relationship Id="rId33" Type="http://schemas.openxmlformats.org/officeDocument/2006/relationships/font" Target="fonts/HeptaSlabMedium-regular.fntdata"/><Relationship Id="rId32" Type="http://schemas.openxmlformats.org/officeDocument/2006/relationships/font" Target="fonts/BarlowExtraLight-boldItalic.fntdata"/><Relationship Id="rId35" Type="http://schemas.openxmlformats.org/officeDocument/2006/relationships/font" Target="fonts/HeptaSlabLight-regular.fntdata"/><Relationship Id="rId34" Type="http://schemas.openxmlformats.org/officeDocument/2006/relationships/font" Target="fonts/HeptaSlabMedium-bold.fntdata"/><Relationship Id="rId37" Type="http://schemas.openxmlformats.org/officeDocument/2006/relationships/font" Target="fonts/HeptaSlab-regular.fntdata"/><Relationship Id="rId36" Type="http://schemas.openxmlformats.org/officeDocument/2006/relationships/font" Target="fonts/HeptaSlabLight-bold.fntdata"/><Relationship Id="rId39" Type="http://schemas.openxmlformats.org/officeDocument/2006/relationships/font" Target="fonts/PoppinsLight-regular.fntdata"/><Relationship Id="rId38" Type="http://schemas.openxmlformats.org/officeDocument/2006/relationships/font" Target="fonts/HeptaSlab-bold.fntdata"/><Relationship Id="rId62" Type="http://schemas.openxmlformats.org/officeDocument/2006/relationships/font" Target="fonts/Barlow-boldItalic.fntdata"/><Relationship Id="rId61" Type="http://schemas.openxmlformats.org/officeDocument/2006/relationships/font" Target="fonts/Barlow-italic.fntdata"/><Relationship Id="rId20" Type="http://schemas.openxmlformats.org/officeDocument/2006/relationships/slide" Target="slides/slide14.xml"/><Relationship Id="rId63"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Barlow-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font" Target="fonts/BarlowExtraLight-regular.fntdata"/><Relationship Id="rId51" Type="http://schemas.openxmlformats.org/officeDocument/2006/relationships/font" Target="fonts/RobotoLight-italic.fntdata"/><Relationship Id="rId50" Type="http://schemas.openxmlformats.org/officeDocument/2006/relationships/font" Target="fonts/RobotoLight-bold.fntdata"/><Relationship Id="rId53" Type="http://schemas.openxmlformats.org/officeDocument/2006/relationships/font" Target="fonts/Oswald-regular.fntdata"/><Relationship Id="rId52" Type="http://schemas.openxmlformats.org/officeDocument/2006/relationships/font" Target="fonts/RobotoLight-boldItalic.fntdata"/><Relationship Id="rId11" Type="http://schemas.openxmlformats.org/officeDocument/2006/relationships/slide" Target="slides/slide5.xml"/><Relationship Id="rId55" Type="http://schemas.openxmlformats.org/officeDocument/2006/relationships/font" Target="fonts/BarlowLight-regular.fntdata"/><Relationship Id="rId10" Type="http://schemas.openxmlformats.org/officeDocument/2006/relationships/slide" Target="slides/slide4.xml"/><Relationship Id="rId54" Type="http://schemas.openxmlformats.org/officeDocument/2006/relationships/font" Target="fonts/Oswald-bold.fntdata"/><Relationship Id="rId13" Type="http://schemas.openxmlformats.org/officeDocument/2006/relationships/slide" Target="slides/slide7.xml"/><Relationship Id="rId57" Type="http://schemas.openxmlformats.org/officeDocument/2006/relationships/font" Target="fonts/BarlowLight-italic.fntdata"/><Relationship Id="rId12" Type="http://schemas.openxmlformats.org/officeDocument/2006/relationships/slide" Target="slides/slide6.xml"/><Relationship Id="rId56" Type="http://schemas.openxmlformats.org/officeDocument/2006/relationships/font" Target="fonts/BarlowLight-bold.fntdata"/><Relationship Id="rId15" Type="http://schemas.openxmlformats.org/officeDocument/2006/relationships/slide" Target="slides/slide9.xml"/><Relationship Id="rId59" Type="http://schemas.openxmlformats.org/officeDocument/2006/relationships/font" Target="fonts/Barlow-regular.fntdata"/><Relationship Id="rId14" Type="http://schemas.openxmlformats.org/officeDocument/2006/relationships/slide" Target="slides/slide8.xml"/><Relationship Id="rId58" Type="http://schemas.openxmlformats.org/officeDocument/2006/relationships/font" Target="fonts/Barlow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0" name="Google Shape;50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9" name="Google Shape;51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9" name="Google Shape;56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9" name="Shape 9"/>
        <p:cNvGrpSpPr/>
        <p:nvPr/>
      </p:nvGrpSpPr>
      <p:grpSpPr>
        <a:xfrm>
          <a:off x="0" y="0"/>
          <a:ext cx="0" cy="0"/>
          <a:chOff x="0" y="0"/>
          <a:chExt cx="0" cy="0"/>
        </a:xfrm>
      </p:grpSpPr>
      <p:sp>
        <p:nvSpPr>
          <p:cNvPr id="10" name="Google Shape;10;p33"/>
          <p:cNvSpPr txBox="1"/>
          <p:nvPr>
            <p:ph type="title"/>
          </p:nvPr>
        </p:nvSpPr>
        <p:spPr>
          <a:xfrm>
            <a:off x="632850" y="1124700"/>
            <a:ext cx="7878300" cy="174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5400"/>
              <a:buFont typeface="Hepta Slab"/>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33"/>
          <p:cNvSpPr txBox="1"/>
          <p:nvPr>
            <p:ph idx="1" type="body"/>
          </p:nvPr>
        </p:nvSpPr>
        <p:spPr>
          <a:xfrm>
            <a:off x="4064100" y="4335200"/>
            <a:ext cx="1015800" cy="266100"/>
          </a:xfrm>
          <a:prstGeom prst="rect">
            <a:avLst/>
          </a:prstGeom>
          <a:no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lgn="l">
              <a:lnSpc>
                <a:spcPct val="100000"/>
              </a:lnSpc>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2" name="Google Shape;12;p33"/>
          <p:cNvSpPr txBox="1"/>
          <p:nvPr>
            <p:ph idx="2" type="subTitle"/>
          </p:nvPr>
        </p:nvSpPr>
        <p:spPr>
          <a:xfrm>
            <a:off x="2857500" y="2902000"/>
            <a:ext cx="3765600" cy="93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p:txBody>
      </p:sp>
      <p:sp>
        <p:nvSpPr>
          <p:cNvPr id="13" name="Google Shape;13;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4" name="Shape 14"/>
        <p:cNvGrpSpPr/>
        <p:nvPr/>
      </p:nvGrpSpPr>
      <p:grpSpPr>
        <a:xfrm>
          <a:off x="0" y="0"/>
          <a:ext cx="0" cy="0"/>
          <a:chOff x="0" y="0"/>
          <a:chExt cx="0" cy="0"/>
        </a:xfrm>
      </p:grpSpPr>
      <p:sp>
        <p:nvSpPr>
          <p:cNvPr id="15" name="Google Shape;15;p34"/>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6" name="Google Shape;16;p34"/>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4"/>
              </a:buClr>
              <a:buSzPts val="12800"/>
              <a:buNone/>
              <a:defRPr sz="12800">
                <a:solidFill>
                  <a:schemeClr val="accent4"/>
                </a:solidFill>
              </a:defRPr>
            </a:lvl1pPr>
            <a:lvl2pPr lvl="1"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7" name="Google Shape;17;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18" name="Shape 18"/>
        <p:cNvGrpSpPr/>
        <p:nvPr/>
      </p:nvGrpSpPr>
      <p:grpSpPr>
        <a:xfrm>
          <a:off x="0" y="0"/>
          <a:ext cx="0" cy="0"/>
          <a:chOff x="0" y="0"/>
          <a:chExt cx="0" cy="0"/>
        </a:xfrm>
      </p:grpSpPr>
      <p:sp>
        <p:nvSpPr>
          <p:cNvPr id="19" name="Google Shape;19;p35"/>
          <p:cNvSpPr txBox="1"/>
          <p:nvPr>
            <p:ph idx="1" type="subTitle"/>
          </p:nvPr>
        </p:nvSpPr>
        <p:spPr>
          <a:xfrm>
            <a:off x="475075" y="309225"/>
            <a:ext cx="3655200" cy="357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20" name="Google Shape;20;p35"/>
          <p:cNvSpPr txBox="1"/>
          <p:nvPr>
            <p:ph idx="2" type="body"/>
          </p:nvPr>
        </p:nvSpPr>
        <p:spPr>
          <a:xfrm>
            <a:off x="711097" y="980554"/>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1" name="Google Shape;21;p35"/>
          <p:cNvSpPr txBox="1"/>
          <p:nvPr>
            <p:ph idx="3" type="subTitle"/>
          </p:nvPr>
        </p:nvSpPr>
        <p:spPr>
          <a:xfrm>
            <a:off x="1699221" y="980279"/>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2" name="Google Shape;22;p35"/>
          <p:cNvSpPr txBox="1"/>
          <p:nvPr>
            <p:ph idx="4" type="body"/>
          </p:nvPr>
        </p:nvSpPr>
        <p:spPr>
          <a:xfrm>
            <a:off x="2285797" y="1226054"/>
            <a:ext cx="1775700" cy="1108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3" name="Google Shape;23;p35"/>
          <p:cNvSpPr txBox="1"/>
          <p:nvPr>
            <p:ph idx="5" type="body"/>
          </p:nvPr>
        </p:nvSpPr>
        <p:spPr>
          <a:xfrm>
            <a:off x="711097" y="2222666"/>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4" name="Google Shape;24;p35"/>
          <p:cNvSpPr txBox="1"/>
          <p:nvPr>
            <p:ph idx="6" type="subTitle"/>
          </p:nvPr>
        </p:nvSpPr>
        <p:spPr>
          <a:xfrm>
            <a:off x="1699221" y="2222391"/>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5" name="Google Shape;25;p35"/>
          <p:cNvSpPr txBox="1"/>
          <p:nvPr>
            <p:ph idx="7" type="body"/>
          </p:nvPr>
        </p:nvSpPr>
        <p:spPr>
          <a:xfrm>
            <a:off x="2285797" y="2468166"/>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6" name="Google Shape;26;p35"/>
          <p:cNvSpPr txBox="1"/>
          <p:nvPr>
            <p:ph idx="8" type="body"/>
          </p:nvPr>
        </p:nvSpPr>
        <p:spPr>
          <a:xfrm>
            <a:off x="711097" y="3219093"/>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7" name="Google Shape;27;p35"/>
          <p:cNvSpPr txBox="1"/>
          <p:nvPr>
            <p:ph idx="9" type="subTitle"/>
          </p:nvPr>
        </p:nvSpPr>
        <p:spPr>
          <a:xfrm>
            <a:off x="1699221" y="3218818"/>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8" name="Google Shape;28;p35"/>
          <p:cNvSpPr txBox="1"/>
          <p:nvPr>
            <p:ph idx="13" type="body"/>
          </p:nvPr>
        </p:nvSpPr>
        <p:spPr>
          <a:xfrm>
            <a:off x="2285797" y="3464593"/>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9" name="Google Shape;29;p35"/>
          <p:cNvSpPr txBox="1"/>
          <p:nvPr>
            <p:ph idx="14" type="body"/>
          </p:nvPr>
        </p:nvSpPr>
        <p:spPr>
          <a:xfrm>
            <a:off x="4746581" y="980554"/>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30" name="Google Shape;30;p35"/>
          <p:cNvSpPr txBox="1"/>
          <p:nvPr>
            <p:ph idx="15" type="subTitle"/>
          </p:nvPr>
        </p:nvSpPr>
        <p:spPr>
          <a:xfrm>
            <a:off x="5734705" y="980279"/>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31" name="Google Shape;31;p35"/>
          <p:cNvSpPr txBox="1"/>
          <p:nvPr>
            <p:ph idx="16" type="body"/>
          </p:nvPr>
        </p:nvSpPr>
        <p:spPr>
          <a:xfrm>
            <a:off x="6321281" y="1226054"/>
            <a:ext cx="1775700" cy="1108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2" name="Google Shape;32;p35"/>
          <p:cNvSpPr txBox="1"/>
          <p:nvPr>
            <p:ph idx="17" type="body"/>
          </p:nvPr>
        </p:nvSpPr>
        <p:spPr>
          <a:xfrm>
            <a:off x="4746581" y="2222666"/>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33" name="Google Shape;33;p35"/>
          <p:cNvSpPr txBox="1"/>
          <p:nvPr>
            <p:ph idx="18" type="subTitle"/>
          </p:nvPr>
        </p:nvSpPr>
        <p:spPr>
          <a:xfrm>
            <a:off x="5734705" y="2222391"/>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34" name="Google Shape;34;p35"/>
          <p:cNvSpPr txBox="1"/>
          <p:nvPr>
            <p:ph idx="19" type="body"/>
          </p:nvPr>
        </p:nvSpPr>
        <p:spPr>
          <a:xfrm>
            <a:off x="6321281" y="2468166"/>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5" name="Google Shape;35;p35"/>
          <p:cNvSpPr txBox="1"/>
          <p:nvPr>
            <p:ph idx="20" type="body"/>
          </p:nvPr>
        </p:nvSpPr>
        <p:spPr>
          <a:xfrm>
            <a:off x="4746581" y="3219093"/>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36" name="Google Shape;36;p35"/>
          <p:cNvSpPr txBox="1"/>
          <p:nvPr>
            <p:ph idx="21" type="subTitle"/>
          </p:nvPr>
        </p:nvSpPr>
        <p:spPr>
          <a:xfrm>
            <a:off x="5734705" y="3218818"/>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37" name="Google Shape;37;p35"/>
          <p:cNvSpPr txBox="1"/>
          <p:nvPr>
            <p:ph idx="22" type="body"/>
          </p:nvPr>
        </p:nvSpPr>
        <p:spPr>
          <a:xfrm>
            <a:off x="6321281" y="3464593"/>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8" name="Google Shape;38;p35"/>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39" name="Shape 39"/>
        <p:cNvGrpSpPr/>
        <p:nvPr/>
      </p:nvGrpSpPr>
      <p:grpSpPr>
        <a:xfrm>
          <a:off x="0" y="0"/>
          <a:ext cx="0" cy="0"/>
          <a:chOff x="0" y="0"/>
          <a:chExt cx="0" cy="0"/>
        </a:xfrm>
      </p:grpSpPr>
      <p:sp>
        <p:nvSpPr>
          <p:cNvPr id="40" name="Google Shape;40;p36"/>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41" name="Google Shape;41;p36"/>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12800"/>
              <a:buNone/>
              <a:defRPr sz="12800">
                <a:solidFill>
                  <a:schemeClr val="dk2"/>
                </a:solidFill>
              </a:defRPr>
            </a:lvl1pPr>
            <a:lvl2pPr lvl="1"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42" name="Google Shape;42;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43" name="Shape 43"/>
        <p:cNvGrpSpPr/>
        <p:nvPr/>
      </p:nvGrpSpPr>
      <p:grpSpPr>
        <a:xfrm>
          <a:off x="0" y="0"/>
          <a:ext cx="0" cy="0"/>
          <a:chOff x="0" y="0"/>
          <a:chExt cx="0" cy="0"/>
        </a:xfrm>
      </p:grpSpPr>
      <p:sp>
        <p:nvSpPr>
          <p:cNvPr id="44" name="Google Shape;44;p37"/>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5" name="Google Shape;45;p37"/>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dk2"/>
              </a:solidFill>
              <a:latin typeface="Arial"/>
              <a:ea typeface="Arial"/>
              <a:cs typeface="Arial"/>
              <a:sym typeface="Arial"/>
            </a:endParaRPr>
          </a:p>
        </p:txBody>
      </p:sp>
      <p:sp>
        <p:nvSpPr>
          <p:cNvPr id="46" name="Google Shape;46;p37"/>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lt1"/>
              </a:solidFill>
              <a:latin typeface="Arial"/>
              <a:ea typeface="Arial"/>
              <a:cs typeface="Arial"/>
              <a:sym typeface="Arial"/>
            </a:endParaRPr>
          </a:p>
        </p:txBody>
      </p:sp>
      <p:sp>
        <p:nvSpPr>
          <p:cNvPr id="47" name="Google Shape;47;p37"/>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accent5"/>
              </a:solidFill>
              <a:latin typeface="Arial"/>
              <a:ea typeface="Arial"/>
              <a:cs typeface="Arial"/>
              <a:sym typeface="Arial"/>
            </a:endParaRPr>
          </a:p>
        </p:txBody>
      </p:sp>
      <p:sp>
        <p:nvSpPr>
          <p:cNvPr id="48" name="Google Shape;48;p37"/>
          <p:cNvSpPr txBox="1"/>
          <p:nvPr>
            <p:ph idx="1" type="subTitle"/>
          </p:nvPr>
        </p:nvSpPr>
        <p:spPr>
          <a:xfrm>
            <a:off x="480420" y="290626"/>
            <a:ext cx="3592200" cy="33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49" name="Google Shape;49;p37"/>
          <p:cNvSpPr txBox="1"/>
          <p:nvPr>
            <p:ph idx="2" type="body"/>
          </p:nvPr>
        </p:nvSpPr>
        <p:spPr>
          <a:xfrm>
            <a:off x="480425" y="610475"/>
            <a:ext cx="4878300" cy="6003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50" name="Google Shape;50;p37"/>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51" name="Shape 51"/>
        <p:cNvGrpSpPr/>
        <p:nvPr/>
      </p:nvGrpSpPr>
      <p:grpSpPr>
        <a:xfrm>
          <a:off x="0" y="0"/>
          <a:ext cx="0" cy="0"/>
          <a:chOff x="0" y="0"/>
          <a:chExt cx="0" cy="0"/>
        </a:xfrm>
      </p:grpSpPr>
      <p:sp>
        <p:nvSpPr>
          <p:cNvPr id="52" name="Google Shape;52;p38"/>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53" name="Google Shape;53;p38"/>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1"/>
              </a:buClr>
              <a:buSzPts val="12800"/>
              <a:buNone/>
              <a:defRPr sz="12800">
                <a:solidFill>
                  <a:schemeClr val="accent1"/>
                </a:solidFill>
              </a:defRPr>
            </a:lvl1pPr>
            <a:lvl2pPr lvl="1"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54" name="Google Shape;54;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5" name="Shape 55"/>
        <p:cNvGrpSpPr/>
        <p:nvPr/>
      </p:nvGrpSpPr>
      <p:grpSpPr>
        <a:xfrm>
          <a:off x="0" y="0"/>
          <a:ext cx="0" cy="0"/>
          <a:chOff x="0" y="0"/>
          <a:chExt cx="0" cy="0"/>
        </a:xfrm>
      </p:grpSpPr>
      <p:sp>
        <p:nvSpPr>
          <p:cNvPr id="56" name="Google Shape;56;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9"/>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58" name="Google Shape;58;p39"/>
          <p:cNvSpPr/>
          <p:nvPr>
            <p:ph idx="2" type="pic"/>
          </p:nvPr>
        </p:nvSpPr>
        <p:spPr>
          <a:xfrm>
            <a:off x="4992024" y="1152775"/>
            <a:ext cx="3840300" cy="3416400"/>
          </a:xfrm>
          <a:prstGeom prst="rect">
            <a:avLst/>
          </a:prstGeom>
          <a:noFill/>
          <a:ln>
            <a:noFill/>
          </a:ln>
        </p:spPr>
      </p:sp>
      <p:sp>
        <p:nvSpPr>
          <p:cNvPr id="59" name="Google Shape;59;p3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60" name="Shape 60"/>
        <p:cNvGrpSpPr/>
        <p:nvPr/>
      </p:nvGrpSpPr>
      <p:grpSpPr>
        <a:xfrm>
          <a:off x="0" y="0"/>
          <a:ext cx="0" cy="0"/>
          <a:chOff x="0" y="0"/>
          <a:chExt cx="0" cy="0"/>
        </a:xfrm>
      </p:grpSpPr>
      <p:sp>
        <p:nvSpPr>
          <p:cNvPr id="61" name="Google Shape;61;p40"/>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62" name="Google Shape;62;p40"/>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2"/>
              </a:buClr>
              <a:buSzPts val="12800"/>
              <a:buNone/>
              <a:defRPr sz="12800">
                <a:solidFill>
                  <a:schemeClr val="accent2"/>
                </a:solidFill>
              </a:defRPr>
            </a:lvl1pPr>
            <a:lvl2pPr lvl="1"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63" name="Google Shape;63;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64" name="Shape 64"/>
        <p:cNvGrpSpPr/>
        <p:nvPr/>
      </p:nvGrpSpPr>
      <p:grpSpPr>
        <a:xfrm>
          <a:off x="0" y="0"/>
          <a:ext cx="0" cy="0"/>
          <a:chOff x="0" y="0"/>
          <a:chExt cx="0" cy="0"/>
        </a:xfrm>
      </p:grpSpPr>
      <p:sp>
        <p:nvSpPr>
          <p:cNvPr id="65" name="Google Shape;65;p4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6" name="Google Shape;66;p4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7" name="Google Shape;67;p4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68" name="Shape 68"/>
        <p:cNvGrpSpPr/>
        <p:nvPr/>
      </p:nvGrpSpPr>
      <p:grpSpPr>
        <a:xfrm>
          <a:off x="0" y="0"/>
          <a:ext cx="0" cy="0"/>
          <a:chOff x="0" y="0"/>
          <a:chExt cx="0" cy="0"/>
        </a:xfrm>
      </p:grpSpPr>
      <p:sp>
        <p:nvSpPr>
          <p:cNvPr id="69" name="Google Shape;69;p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0" name="Google Shape;70;p4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71" name="Shape 71"/>
        <p:cNvGrpSpPr/>
        <p:nvPr/>
      </p:nvGrpSpPr>
      <p:grpSpPr>
        <a:xfrm>
          <a:off x="0" y="0"/>
          <a:ext cx="0" cy="0"/>
          <a:chOff x="0" y="0"/>
          <a:chExt cx="0" cy="0"/>
        </a:xfrm>
      </p:grpSpPr>
      <p:sp>
        <p:nvSpPr>
          <p:cNvPr id="72" name="Google Shape;7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74" name="Google Shape;74;p4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75" name="Shape 75"/>
        <p:cNvGrpSpPr/>
        <p:nvPr/>
      </p:nvGrpSpPr>
      <p:grpSpPr>
        <a:xfrm>
          <a:off x="0" y="0"/>
          <a:ext cx="0" cy="0"/>
          <a:chOff x="0" y="0"/>
          <a:chExt cx="0" cy="0"/>
        </a:xfrm>
      </p:grpSpPr>
      <p:sp>
        <p:nvSpPr>
          <p:cNvPr id="76" name="Google Shape;76;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78" name="Google Shape;78;p4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79" name="Google Shape;79;p4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80" name="Shape 80"/>
        <p:cNvGrpSpPr/>
        <p:nvPr/>
      </p:nvGrpSpPr>
      <p:grpSpPr>
        <a:xfrm>
          <a:off x="0" y="0"/>
          <a:ext cx="0" cy="0"/>
          <a:chOff x="0" y="0"/>
          <a:chExt cx="0" cy="0"/>
        </a:xfrm>
      </p:grpSpPr>
      <p:sp>
        <p:nvSpPr>
          <p:cNvPr id="81" name="Google Shape;81;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83" name="Shape 83"/>
        <p:cNvGrpSpPr/>
        <p:nvPr/>
      </p:nvGrpSpPr>
      <p:grpSpPr>
        <a:xfrm>
          <a:off x="0" y="0"/>
          <a:ext cx="0" cy="0"/>
          <a:chOff x="0" y="0"/>
          <a:chExt cx="0" cy="0"/>
        </a:xfrm>
      </p:grpSpPr>
      <p:sp>
        <p:nvSpPr>
          <p:cNvPr id="84" name="Google Shape;84;p4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5" name="Google Shape;85;p4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6" name="Google Shape;86;p4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87" name="Shape 87"/>
        <p:cNvGrpSpPr/>
        <p:nvPr/>
      </p:nvGrpSpPr>
      <p:grpSpPr>
        <a:xfrm>
          <a:off x="0" y="0"/>
          <a:ext cx="0" cy="0"/>
          <a:chOff x="0" y="0"/>
          <a:chExt cx="0" cy="0"/>
        </a:xfrm>
      </p:grpSpPr>
      <p:sp>
        <p:nvSpPr>
          <p:cNvPr id="88" name="Google Shape;88;p4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9" name="Google Shape;89;p4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90" name="Shape 90"/>
        <p:cNvGrpSpPr/>
        <p:nvPr/>
      </p:nvGrpSpPr>
      <p:grpSpPr>
        <a:xfrm>
          <a:off x="0" y="0"/>
          <a:ext cx="0" cy="0"/>
          <a:chOff x="0" y="0"/>
          <a:chExt cx="0" cy="0"/>
        </a:xfrm>
      </p:grpSpPr>
      <p:sp>
        <p:nvSpPr>
          <p:cNvPr id="91" name="Google Shape;91;p4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4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3" name="Google Shape;93;p4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4" name="Google Shape;94;p4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00000"/>
              </a:lnSpc>
              <a:spcBef>
                <a:spcPts val="0"/>
              </a:spcBef>
              <a:spcAft>
                <a:spcPts val="0"/>
              </a:spcAft>
              <a:buClr>
                <a:schemeClr val="lt1"/>
              </a:buClr>
              <a:buSzPts val="1500"/>
              <a:buChar char="●"/>
              <a:defRPr>
                <a:solidFill>
                  <a:schemeClr val="lt1"/>
                </a:solidFill>
              </a:defRPr>
            </a:lvl1pPr>
            <a:lvl2pPr indent="-317500" lvl="1" marL="914400" algn="l">
              <a:lnSpc>
                <a:spcPct val="100000"/>
              </a:lnSpc>
              <a:spcBef>
                <a:spcPts val="0"/>
              </a:spcBef>
              <a:spcAft>
                <a:spcPts val="0"/>
              </a:spcAft>
              <a:buClr>
                <a:schemeClr val="lt1"/>
              </a:buClr>
              <a:buSzPts val="1400"/>
              <a:buChar char="○"/>
              <a:defRPr>
                <a:solidFill>
                  <a:schemeClr val="lt1"/>
                </a:solidFill>
              </a:defRPr>
            </a:lvl2pPr>
            <a:lvl3pPr indent="-311150" lvl="2" marL="1371600" algn="l">
              <a:lnSpc>
                <a:spcPct val="100000"/>
              </a:lnSpc>
              <a:spcBef>
                <a:spcPts val="0"/>
              </a:spcBef>
              <a:spcAft>
                <a:spcPts val="0"/>
              </a:spcAft>
              <a:buClr>
                <a:schemeClr val="lt1"/>
              </a:buClr>
              <a:buSzPts val="1300"/>
              <a:buChar char="■"/>
              <a:defRPr>
                <a:solidFill>
                  <a:schemeClr val="lt1"/>
                </a:solidFill>
              </a:defRPr>
            </a:lvl3pPr>
            <a:lvl4pPr indent="-304800" lvl="3" marL="1828800" algn="l">
              <a:lnSpc>
                <a:spcPct val="100000"/>
              </a:lnSpc>
              <a:spcBef>
                <a:spcPts val="0"/>
              </a:spcBef>
              <a:spcAft>
                <a:spcPts val="0"/>
              </a:spcAft>
              <a:buClr>
                <a:schemeClr val="lt1"/>
              </a:buClr>
              <a:buSzPts val="1200"/>
              <a:buChar char="●"/>
              <a:defRPr>
                <a:solidFill>
                  <a:schemeClr val="lt1"/>
                </a:solidFill>
              </a:defRPr>
            </a:lvl4pPr>
            <a:lvl5pPr indent="-298450" lvl="4" marL="2286000" algn="l">
              <a:lnSpc>
                <a:spcPct val="100000"/>
              </a:lnSpc>
              <a:spcBef>
                <a:spcPts val="0"/>
              </a:spcBef>
              <a:spcAft>
                <a:spcPts val="0"/>
              </a:spcAft>
              <a:buClr>
                <a:schemeClr val="lt1"/>
              </a:buClr>
              <a:buSzPts val="1100"/>
              <a:buChar char="○"/>
              <a:defRPr>
                <a:solidFill>
                  <a:schemeClr val="lt1"/>
                </a:solidFill>
              </a:defRPr>
            </a:lvl5pPr>
            <a:lvl6pPr indent="-292100" lvl="5" marL="2743200" algn="l">
              <a:lnSpc>
                <a:spcPct val="100000"/>
              </a:lnSpc>
              <a:spcBef>
                <a:spcPts val="0"/>
              </a:spcBef>
              <a:spcAft>
                <a:spcPts val="0"/>
              </a:spcAft>
              <a:buClr>
                <a:schemeClr val="lt1"/>
              </a:buClr>
              <a:buSzPts val="1000"/>
              <a:buChar char="■"/>
              <a:defRPr>
                <a:solidFill>
                  <a:schemeClr val="lt1"/>
                </a:solidFill>
              </a:defRPr>
            </a:lvl6pPr>
            <a:lvl7pPr indent="-285750" lvl="6" marL="3200400" algn="l">
              <a:lnSpc>
                <a:spcPct val="100000"/>
              </a:lnSpc>
              <a:spcBef>
                <a:spcPts val="0"/>
              </a:spcBef>
              <a:spcAft>
                <a:spcPts val="0"/>
              </a:spcAft>
              <a:buClr>
                <a:schemeClr val="lt1"/>
              </a:buClr>
              <a:buSzPts val="9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3050" lvl="8" marL="4114800" algn="l">
              <a:lnSpc>
                <a:spcPct val="100000"/>
              </a:lnSpc>
              <a:spcBef>
                <a:spcPts val="0"/>
              </a:spcBef>
              <a:spcAft>
                <a:spcPts val="0"/>
              </a:spcAft>
              <a:buClr>
                <a:schemeClr val="lt1"/>
              </a:buClr>
              <a:buSzPts val="700"/>
              <a:buChar char="■"/>
              <a:defRPr>
                <a:solidFill>
                  <a:schemeClr val="lt1"/>
                </a:solidFill>
              </a:defRPr>
            </a:lvl9pPr>
          </a:lstStyle>
          <a:p/>
        </p:txBody>
      </p:sp>
      <p:sp>
        <p:nvSpPr>
          <p:cNvPr id="95" name="Google Shape;95;p4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96" name="Shape 96"/>
        <p:cNvGrpSpPr/>
        <p:nvPr/>
      </p:nvGrpSpPr>
      <p:grpSpPr>
        <a:xfrm>
          <a:off x="0" y="0"/>
          <a:ext cx="0" cy="0"/>
          <a:chOff x="0" y="0"/>
          <a:chExt cx="0" cy="0"/>
        </a:xfrm>
      </p:grpSpPr>
      <p:sp>
        <p:nvSpPr>
          <p:cNvPr id="97" name="Google Shape;97;p4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500"/>
              <a:buNone/>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98" name="Google Shape;98;p4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99" name="Shape 99"/>
        <p:cNvGrpSpPr/>
        <p:nvPr/>
      </p:nvGrpSpPr>
      <p:grpSpPr>
        <a:xfrm>
          <a:off x="0" y="0"/>
          <a:ext cx="0" cy="0"/>
          <a:chOff x="0" y="0"/>
          <a:chExt cx="0" cy="0"/>
        </a:xfrm>
      </p:grpSpPr>
      <p:sp>
        <p:nvSpPr>
          <p:cNvPr id="100" name="Google Shape;100;p50"/>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01" name="Google Shape;101;p5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23850" lvl="0" marL="457200" algn="ctr">
              <a:lnSpc>
                <a:spcPct val="100000"/>
              </a:lnSpc>
              <a:spcBef>
                <a:spcPts val="0"/>
              </a:spcBef>
              <a:spcAft>
                <a:spcPts val="0"/>
              </a:spcAft>
              <a:buSzPts val="1500"/>
              <a:buChar char="●"/>
              <a:defRPr/>
            </a:lvl1pPr>
            <a:lvl2pPr indent="-317500" lvl="1" marL="914400" algn="ctr">
              <a:lnSpc>
                <a:spcPct val="100000"/>
              </a:lnSpc>
              <a:spcBef>
                <a:spcPts val="0"/>
              </a:spcBef>
              <a:spcAft>
                <a:spcPts val="0"/>
              </a:spcAft>
              <a:buSzPts val="1400"/>
              <a:buChar char="○"/>
              <a:defRPr/>
            </a:lvl2pPr>
            <a:lvl3pPr indent="-311150" lvl="2" marL="1371600" algn="ctr">
              <a:lnSpc>
                <a:spcPct val="100000"/>
              </a:lnSpc>
              <a:spcBef>
                <a:spcPts val="0"/>
              </a:spcBef>
              <a:spcAft>
                <a:spcPts val="0"/>
              </a:spcAft>
              <a:buSzPts val="1300"/>
              <a:buChar char="■"/>
              <a:defRPr/>
            </a:lvl3pPr>
            <a:lvl4pPr indent="-304800" lvl="3" marL="1828800" algn="ctr">
              <a:lnSpc>
                <a:spcPct val="100000"/>
              </a:lnSpc>
              <a:spcBef>
                <a:spcPts val="0"/>
              </a:spcBef>
              <a:spcAft>
                <a:spcPts val="0"/>
              </a:spcAft>
              <a:buSzPts val="1200"/>
              <a:buChar char="●"/>
              <a:defRPr/>
            </a:lvl4pPr>
            <a:lvl5pPr indent="-298450" lvl="4" marL="2286000" algn="ctr">
              <a:lnSpc>
                <a:spcPct val="100000"/>
              </a:lnSpc>
              <a:spcBef>
                <a:spcPts val="0"/>
              </a:spcBef>
              <a:spcAft>
                <a:spcPts val="0"/>
              </a:spcAft>
              <a:buSzPts val="1100"/>
              <a:buChar char="○"/>
              <a:defRPr/>
            </a:lvl5pPr>
            <a:lvl6pPr indent="-292100" lvl="5" marL="2743200" algn="ctr">
              <a:lnSpc>
                <a:spcPct val="100000"/>
              </a:lnSpc>
              <a:spcBef>
                <a:spcPts val="0"/>
              </a:spcBef>
              <a:spcAft>
                <a:spcPts val="0"/>
              </a:spcAft>
              <a:buSzPts val="1000"/>
              <a:buChar char="■"/>
              <a:defRPr/>
            </a:lvl6pPr>
            <a:lvl7pPr indent="-285750" lvl="6" marL="3200400" algn="ctr">
              <a:lnSpc>
                <a:spcPct val="100000"/>
              </a:lnSpc>
              <a:spcBef>
                <a:spcPts val="0"/>
              </a:spcBef>
              <a:spcAft>
                <a:spcPts val="0"/>
              </a:spcAft>
              <a:buSzPts val="900"/>
              <a:buChar char="●"/>
              <a:defRPr/>
            </a:lvl7pPr>
            <a:lvl8pPr indent="-279400" lvl="7" marL="3657600" algn="ctr">
              <a:lnSpc>
                <a:spcPct val="100000"/>
              </a:lnSpc>
              <a:spcBef>
                <a:spcPts val="0"/>
              </a:spcBef>
              <a:spcAft>
                <a:spcPts val="0"/>
              </a:spcAft>
              <a:buSzPts val="800"/>
              <a:buChar char="○"/>
              <a:defRPr/>
            </a:lvl8pPr>
            <a:lvl9pPr indent="-273050" lvl="8" marL="4114800" algn="ctr">
              <a:lnSpc>
                <a:spcPct val="100000"/>
              </a:lnSpc>
              <a:spcBef>
                <a:spcPts val="0"/>
              </a:spcBef>
              <a:spcAft>
                <a:spcPts val="0"/>
              </a:spcAft>
              <a:buSzPts val="700"/>
              <a:buChar char="■"/>
              <a:defRPr/>
            </a:lvl9pPr>
          </a:lstStyle>
          <a:p/>
        </p:txBody>
      </p:sp>
      <p:sp>
        <p:nvSpPr>
          <p:cNvPr id="102" name="Google Shape;102;p5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103" name="Shape 103"/>
        <p:cNvGrpSpPr/>
        <p:nvPr/>
      </p:nvGrpSpPr>
      <p:grpSpPr>
        <a:xfrm>
          <a:off x="0" y="0"/>
          <a:ext cx="0" cy="0"/>
          <a:chOff x="0" y="0"/>
          <a:chExt cx="0" cy="0"/>
        </a:xfrm>
      </p:grpSpPr>
      <p:sp>
        <p:nvSpPr>
          <p:cNvPr id="104" name="Google Shape;104;p5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105" name="Shape 105"/>
        <p:cNvGrpSpPr/>
        <p:nvPr/>
      </p:nvGrpSpPr>
      <p:grpSpPr>
        <a:xfrm>
          <a:off x="0" y="0"/>
          <a:ext cx="0" cy="0"/>
          <a:chOff x="0" y="0"/>
          <a:chExt cx="0" cy="0"/>
        </a:xfrm>
      </p:grpSpPr>
      <p:sp>
        <p:nvSpPr>
          <p:cNvPr id="106" name="Google Shape;106;p52"/>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5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52"/>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09" name="Google Shape;109;p52"/>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0" name="Google Shape;110;p52"/>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1" name="Google Shape;111;p52"/>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2" name="Google Shape;112;p52"/>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3" name="Google Shape;113;p52"/>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114" name="Shape 114"/>
        <p:cNvGrpSpPr/>
        <p:nvPr/>
      </p:nvGrpSpPr>
      <p:grpSpPr>
        <a:xfrm>
          <a:off x="0" y="0"/>
          <a:ext cx="0" cy="0"/>
          <a:chOff x="0" y="0"/>
          <a:chExt cx="0" cy="0"/>
        </a:xfrm>
      </p:grpSpPr>
      <p:sp>
        <p:nvSpPr>
          <p:cNvPr id="115" name="Google Shape;115;p5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53"/>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17" name="Google Shape;117;p53"/>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118" name="Google Shape;118;p53"/>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119" name="Google Shape;119;p53"/>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0" name="Google Shape;120;p53"/>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21" name="Shape 121"/>
        <p:cNvGrpSpPr/>
        <p:nvPr/>
      </p:nvGrpSpPr>
      <p:grpSpPr>
        <a:xfrm>
          <a:off x="0" y="0"/>
          <a:ext cx="0" cy="0"/>
          <a:chOff x="0" y="0"/>
          <a:chExt cx="0" cy="0"/>
        </a:xfrm>
      </p:grpSpPr>
      <p:sp>
        <p:nvSpPr>
          <p:cNvPr id="122" name="Google Shape;122;p5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54"/>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124" name="Google Shape;124;p54"/>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125" name="Google Shape;125;p54"/>
          <p:cNvSpPr txBox="1"/>
          <p:nvPr>
            <p:ph idx="3"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126" name="Google Shape;126;p54"/>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7" name="Google Shape;127;p54"/>
          <p:cNvSpPr txBox="1"/>
          <p:nvPr>
            <p:ph idx="4"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8" name="Google Shape;128;p54"/>
          <p:cNvSpPr txBox="1"/>
          <p:nvPr>
            <p:ph idx="5"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9" name="Google Shape;129;p54"/>
          <p:cNvSpPr txBox="1"/>
          <p:nvPr>
            <p:ph idx="6"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30" name="Shape 130"/>
        <p:cNvGrpSpPr/>
        <p:nvPr/>
      </p:nvGrpSpPr>
      <p:grpSpPr>
        <a:xfrm>
          <a:off x="0" y="0"/>
          <a:ext cx="0" cy="0"/>
          <a:chOff x="0" y="0"/>
          <a:chExt cx="0" cy="0"/>
        </a:xfrm>
      </p:grpSpPr>
      <p:sp>
        <p:nvSpPr>
          <p:cNvPr id="131" name="Google Shape;131;p5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55"/>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133" name="Google Shape;133;p55"/>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134" name="Google Shape;134;p55"/>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135" name="Google Shape;135;p55"/>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136" name="Google Shape;136;p55"/>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7" name="Google Shape;137;p55"/>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38" name="Google Shape;138;p55"/>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39" name="Google Shape;139;p55"/>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40" name="Google Shape;140;p55"/>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41" name="Shape 141"/>
        <p:cNvGrpSpPr/>
        <p:nvPr/>
      </p:nvGrpSpPr>
      <p:grpSpPr>
        <a:xfrm>
          <a:off x="0" y="0"/>
          <a:ext cx="0" cy="0"/>
          <a:chOff x="0" y="0"/>
          <a:chExt cx="0" cy="0"/>
        </a:xfrm>
      </p:grpSpPr>
      <p:sp>
        <p:nvSpPr>
          <p:cNvPr id="142" name="Google Shape;142;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5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5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5" name="Shape 145"/>
        <p:cNvGrpSpPr/>
        <p:nvPr/>
      </p:nvGrpSpPr>
      <p:grpSpPr>
        <a:xfrm>
          <a:off x="0" y="0"/>
          <a:ext cx="0" cy="0"/>
          <a:chOff x="0" y="0"/>
          <a:chExt cx="0" cy="0"/>
        </a:xfrm>
      </p:grpSpPr>
      <p:sp>
        <p:nvSpPr>
          <p:cNvPr id="146" name="Google Shape;146;p57"/>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47" name="Google Shape;147;p57"/>
          <p:cNvSpPr/>
          <p:nvPr>
            <p:ph idx="2" type="pic"/>
          </p:nvPr>
        </p:nvSpPr>
        <p:spPr>
          <a:xfrm>
            <a:off x="4804825" y="1133300"/>
            <a:ext cx="4027500" cy="2392800"/>
          </a:xfrm>
          <a:prstGeom prst="rect">
            <a:avLst/>
          </a:prstGeom>
          <a:noFill/>
          <a:ln>
            <a:noFill/>
          </a:ln>
        </p:spPr>
      </p:sp>
      <p:sp>
        <p:nvSpPr>
          <p:cNvPr id="148" name="Google Shape;148;p57"/>
          <p:cNvSpPr/>
          <p:nvPr>
            <p:ph idx="3" type="pic"/>
          </p:nvPr>
        </p:nvSpPr>
        <p:spPr>
          <a:xfrm>
            <a:off x="311725" y="1133300"/>
            <a:ext cx="4027500" cy="2392800"/>
          </a:xfrm>
          <a:prstGeom prst="rect">
            <a:avLst/>
          </a:prstGeom>
          <a:noFill/>
          <a:ln>
            <a:noFill/>
          </a:ln>
        </p:spPr>
      </p:sp>
      <p:sp>
        <p:nvSpPr>
          <p:cNvPr id="149" name="Google Shape;149;p57"/>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50" name="Google Shape;150;p5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51" name="Google Shape;151;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57"/>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53" name="Google Shape;153;p57"/>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54" name="Shape 154"/>
        <p:cNvGrpSpPr/>
        <p:nvPr/>
      </p:nvGrpSpPr>
      <p:grpSpPr>
        <a:xfrm>
          <a:off x="0" y="0"/>
          <a:ext cx="0" cy="0"/>
          <a:chOff x="0" y="0"/>
          <a:chExt cx="0" cy="0"/>
        </a:xfrm>
      </p:grpSpPr>
      <p:sp>
        <p:nvSpPr>
          <p:cNvPr id="155" name="Google Shape;155;p58"/>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56" name="Google Shape;156;p58"/>
          <p:cNvSpPr/>
          <p:nvPr>
            <p:ph idx="2" type="pic"/>
          </p:nvPr>
        </p:nvSpPr>
        <p:spPr>
          <a:xfrm>
            <a:off x="6205225" y="1128325"/>
            <a:ext cx="2627100" cy="2273100"/>
          </a:xfrm>
          <a:prstGeom prst="rect">
            <a:avLst/>
          </a:prstGeom>
          <a:noFill/>
          <a:ln>
            <a:noFill/>
          </a:ln>
        </p:spPr>
      </p:sp>
      <p:sp>
        <p:nvSpPr>
          <p:cNvPr id="157" name="Google Shape;157;p58"/>
          <p:cNvSpPr/>
          <p:nvPr>
            <p:ph idx="3" type="pic"/>
          </p:nvPr>
        </p:nvSpPr>
        <p:spPr>
          <a:xfrm>
            <a:off x="311725" y="1128325"/>
            <a:ext cx="2627100" cy="2273100"/>
          </a:xfrm>
          <a:prstGeom prst="rect">
            <a:avLst/>
          </a:prstGeom>
          <a:noFill/>
          <a:ln>
            <a:noFill/>
          </a:ln>
        </p:spPr>
      </p:sp>
      <p:sp>
        <p:nvSpPr>
          <p:cNvPr id="158" name="Google Shape;158;p58"/>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59" name="Google Shape;159;p58"/>
          <p:cNvSpPr/>
          <p:nvPr>
            <p:ph idx="5" type="pic"/>
          </p:nvPr>
        </p:nvSpPr>
        <p:spPr>
          <a:xfrm>
            <a:off x="3255250" y="1128325"/>
            <a:ext cx="2627100" cy="2273100"/>
          </a:xfrm>
          <a:prstGeom prst="rect">
            <a:avLst/>
          </a:prstGeom>
          <a:noFill/>
          <a:ln>
            <a:noFill/>
          </a:ln>
        </p:spPr>
      </p:sp>
      <p:sp>
        <p:nvSpPr>
          <p:cNvPr id="160" name="Google Shape;160;p58"/>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61" name="Google Shape;161;p5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62" name="Google Shape;162;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58"/>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64" name="Google Shape;164;p58"/>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65" name="Google Shape;165;p58"/>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6" name="Shape 166"/>
        <p:cNvGrpSpPr/>
        <p:nvPr/>
      </p:nvGrpSpPr>
      <p:grpSpPr>
        <a:xfrm>
          <a:off x="0" y="0"/>
          <a:ext cx="0" cy="0"/>
          <a:chOff x="0" y="0"/>
          <a:chExt cx="0" cy="0"/>
        </a:xfrm>
      </p:grpSpPr>
      <p:sp>
        <p:nvSpPr>
          <p:cNvPr id="167" name="Google Shape;167;p59"/>
          <p:cNvSpPr/>
          <p:nvPr>
            <p:ph idx="2" type="pic"/>
          </p:nvPr>
        </p:nvSpPr>
        <p:spPr>
          <a:xfrm>
            <a:off x="311700" y="445025"/>
            <a:ext cx="8520600" cy="4218300"/>
          </a:xfrm>
          <a:prstGeom prst="rect">
            <a:avLst/>
          </a:prstGeom>
          <a:noFill/>
          <a:ln>
            <a:noFill/>
          </a:ln>
        </p:spPr>
      </p:sp>
      <p:sp>
        <p:nvSpPr>
          <p:cNvPr id="168" name="Google Shape;168;p5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9" name="Shape 169"/>
        <p:cNvGrpSpPr/>
        <p:nvPr/>
      </p:nvGrpSpPr>
      <p:grpSpPr>
        <a:xfrm>
          <a:off x="0" y="0"/>
          <a:ext cx="0" cy="0"/>
          <a:chOff x="0" y="0"/>
          <a:chExt cx="0" cy="0"/>
        </a:xfrm>
      </p:grpSpPr>
      <p:sp>
        <p:nvSpPr>
          <p:cNvPr id="170" name="Google Shape;170;p6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60"/>
          <p:cNvSpPr/>
          <p:nvPr>
            <p:ph idx="2" type="pic"/>
          </p:nvPr>
        </p:nvSpPr>
        <p:spPr>
          <a:xfrm>
            <a:off x="3389600" y="118913"/>
            <a:ext cx="1643700" cy="1535100"/>
          </a:xfrm>
          <a:prstGeom prst="rect">
            <a:avLst/>
          </a:prstGeom>
          <a:noFill/>
          <a:ln>
            <a:noFill/>
          </a:ln>
        </p:spPr>
      </p:sp>
      <p:sp>
        <p:nvSpPr>
          <p:cNvPr id="172" name="Google Shape;172;p60"/>
          <p:cNvSpPr/>
          <p:nvPr>
            <p:ph idx="3" type="pic"/>
          </p:nvPr>
        </p:nvSpPr>
        <p:spPr>
          <a:xfrm>
            <a:off x="5195935" y="118913"/>
            <a:ext cx="1643700" cy="1535100"/>
          </a:xfrm>
          <a:prstGeom prst="rect">
            <a:avLst/>
          </a:prstGeom>
          <a:noFill/>
          <a:ln>
            <a:noFill/>
          </a:ln>
        </p:spPr>
      </p:sp>
      <p:sp>
        <p:nvSpPr>
          <p:cNvPr id="173" name="Google Shape;173;p60"/>
          <p:cNvSpPr/>
          <p:nvPr>
            <p:ph idx="4" type="pic"/>
          </p:nvPr>
        </p:nvSpPr>
        <p:spPr>
          <a:xfrm>
            <a:off x="7002270" y="118913"/>
            <a:ext cx="1643700" cy="1535100"/>
          </a:xfrm>
          <a:prstGeom prst="rect">
            <a:avLst/>
          </a:prstGeom>
          <a:noFill/>
          <a:ln>
            <a:noFill/>
          </a:ln>
        </p:spPr>
      </p:sp>
      <p:sp>
        <p:nvSpPr>
          <p:cNvPr id="174" name="Google Shape;174;p60"/>
          <p:cNvSpPr/>
          <p:nvPr>
            <p:ph idx="5" type="pic"/>
          </p:nvPr>
        </p:nvSpPr>
        <p:spPr>
          <a:xfrm>
            <a:off x="3389588" y="1804212"/>
            <a:ext cx="1643700" cy="1535100"/>
          </a:xfrm>
          <a:prstGeom prst="rect">
            <a:avLst/>
          </a:prstGeom>
          <a:noFill/>
          <a:ln>
            <a:noFill/>
          </a:ln>
        </p:spPr>
      </p:sp>
      <p:sp>
        <p:nvSpPr>
          <p:cNvPr id="175" name="Google Shape;175;p60"/>
          <p:cNvSpPr/>
          <p:nvPr>
            <p:ph idx="6" type="pic"/>
          </p:nvPr>
        </p:nvSpPr>
        <p:spPr>
          <a:xfrm>
            <a:off x="5195922" y="1804212"/>
            <a:ext cx="1643700" cy="1535100"/>
          </a:xfrm>
          <a:prstGeom prst="rect">
            <a:avLst/>
          </a:prstGeom>
          <a:noFill/>
          <a:ln>
            <a:noFill/>
          </a:ln>
        </p:spPr>
      </p:sp>
      <p:sp>
        <p:nvSpPr>
          <p:cNvPr id="176" name="Google Shape;176;p60"/>
          <p:cNvSpPr/>
          <p:nvPr>
            <p:ph idx="7" type="pic"/>
          </p:nvPr>
        </p:nvSpPr>
        <p:spPr>
          <a:xfrm>
            <a:off x="7002257" y="1804212"/>
            <a:ext cx="1643700" cy="1535100"/>
          </a:xfrm>
          <a:prstGeom prst="rect">
            <a:avLst/>
          </a:prstGeom>
          <a:noFill/>
          <a:ln>
            <a:noFill/>
          </a:ln>
        </p:spPr>
      </p:sp>
      <p:sp>
        <p:nvSpPr>
          <p:cNvPr id="177" name="Google Shape;177;p60"/>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60"/>
          <p:cNvSpPr/>
          <p:nvPr>
            <p:ph idx="8" type="pic"/>
          </p:nvPr>
        </p:nvSpPr>
        <p:spPr>
          <a:xfrm>
            <a:off x="3389588" y="3489487"/>
            <a:ext cx="1643700" cy="1535100"/>
          </a:xfrm>
          <a:prstGeom prst="rect">
            <a:avLst/>
          </a:prstGeom>
          <a:noFill/>
          <a:ln>
            <a:noFill/>
          </a:ln>
        </p:spPr>
      </p:sp>
      <p:sp>
        <p:nvSpPr>
          <p:cNvPr id="179" name="Google Shape;179;p60"/>
          <p:cNvSpPr/>
          <p:nvPr>
            <p:ph idx="9" type="pic"/>
          </p:nvPr>
        </p:nvSpPr>
        <p:spPr>
          <a:xfrm>
            <a:off x="5195922" y="3489487"/>
            <a:ext cx="1643700" cy="1535100"/>
          </a:xfrm>
          <a:prstGeom prst="rect">
            <a:avLst/>
          </a:prstGeom>
          <a:noFill/>
          <a:ln>
            <a:noFill/>
          </a:ln>
        </p:spPr>
      </p:sp>
      <p:sp>
        <p:nvSpPr>
          <p:cNvPr id="180" name="Google Shape;180;p6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181" name="Shape 181"/>
        <p:cNvGrpSpPr/>
        <p:nvPr/>
      </p:nvGrpSpPr>
      <p:grpSpPr>
        <a:xfrm>
          <a:off x="0" y="0"/>
          <a:ext cx="0" cy="0"/>
          <a:chOff x="0" y="0"/>
          <a:chExt cx="0" cy="0"/>
        </a:xfrm>
      </p:grpSpPr>
      <p:sp>
        <p:nvSpPr>
          <p:cNvPr id="182" name="Google Shape;182;p61"/>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1"/>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1" lang="en" sz="700" u="none" cap="none" strike="noStrike">
                <a:solidFill>
                  <a:schemeClr val="lt1"/>
                </a:solidFill>
                <a:latin typeface="Barlow Medium"/>
                <a:ea typeface="Barlow Medium"/>
                <a:cs typeface="Barlow Medium"/>
                <a:sym typeface="Barlow Medium"/>
              </a:rPr>
              <a:t>Lorem ipsum dolor sit amet, consectetur adipiscing elit.</a:t>
            </a:r>
            <a:endParaRPr b="0" i="1" sz="700" u="none" cap="none" strike="noStrike">
              <a:solidFill>
                <a:schemeClr val="lt1"/>
              </a:solidFill>
              <a:latin typeface="Barlow Medium"/>
              <a:ea typeface="Barlow Medium"/>
              <a:cs typeface="Barlow Medium"/>
              <a:sym typeface="Barlow Medium"/>
            </a:endParaRPr>
          </a:p>
        </p:txBody>
      </p:sp>
      <p:sp>
        <p:nvSpPr>
          <p:cNvPr id="184" name="Google Shape;184;p61"/>
          <p:cNvSpPr/>
          <p:nvPr>
            <p:ph idx="2" type="pic"/>
          </p:nvPr>
        </p:nvSpPr>
        <p:spPr>
          <a:xfrm>
            <a:off x="3915225" y="1631250"/>
            <a:ext cx="4441200" cy="3009900"/>
          </a:xfrm>
          <a:prstGeom prst="roundRect">
            <a:avLst>
              <a:gd fmla="val 16667" name="adj"/>
            </a:avLst>
          </a:prstGeom>
          <a:noFill/>
          <a:ln>
            <a:noFill/>
          </a:ln>
        </p:spPr>
      </p:sp>
      <p:sp>
        <p:nvSpPr>
          <p:cNvPr id="185" name="Google Shape;185;p61"/>
          <p:cNvSpPr txBox="1"/>
          <p:nvPr>
            <p:ph idx="1" type="body"/>
          </p:nvPr>
        </p:nvSpPr>
        <p:spPr>
          <a:xfrm>
            <a:off x="791150" y="1835400"/>
            <a:ext cx="2094000" cy="8466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86" name="Google Shape;186;p61"/>
          <p:cNvSpPr txBox="1"/>
          <p:nvPr>
            <p:ph idx="3" type="subTitle"/>
          </p:nvPr>
        </p:nvSpPr>
        <p:spPr>
          <a:xfrm>
            <a:off x="791150" y="522625"/>
            <a:ext cx="3918300" cy="1006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87" name="Google Shape;187;p61"/>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188" name="Shape 188"/>
        <p:cNvGrpSpPr/>
        <p:nvPr/>
      </p:nvGrpSpPr>
      <p:grpSpPr>
        <a:xfrm>
          <a:off x="0" y="0"/>
          <a:ext cx="0" cy="0"/>
          <a:chOff x="0" y="0"/>
          <a:chExt cx="0" cy="0"/>
        </a:xfrm>
      </p:grpSpPr>
      <p:sp>
        <p:nvSpPr>
          <p:cNvPr id="189" name="Google Shape;189;p62"/>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62"/>
          <p:cNvSpPr txBox="1"/>
          <p:nvPr>
            <p:ph idx="1" type="subTitle"/>
          </p:nvPr>
        </p:nvSpPr>
        <p:spPr>
          <a:xfrm>
            <a:off x="791150" y="522625"/>
            <a:ext cx="5173200" cy="976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91" name="Google Shape;191;p62"/>
          <p:cNvSpPr txBox="1"/>
          <p:nvPr>
            <p:ph idx="2" type="body"/>
          </p:nvPr>
        </p:nvSpPr>
        <p:spPr>
          <a:xfrm>
            <a:off x="685450" y="2180950"/>
            <a:ext cx="3579600" cy="2385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Char char="●"/>
              <a:defRPr sz="1100">
                <a:solidFill>
                  <a:schemeClr val="lt1"/>
                </a:solidFill>
              </a:defRPr>
            </a:lvl1pPr>
            <a:lvl2pPr indent="-298450" lvl="1" marL="914400" algn="l">
              <a:lnSpc>
                <a:spcPct val="100000"/>
              </a:lnSpc>
              <a:spcBef>
                <a:spcPts val="0"/>
              </a:spcBef>
              <a:spcAft>
                <a:spcPts val="0"/>
              </a:spcAft>
              <a:buClr>
                <a:schemeClr val="lt1"/>
              </a:buClr>
              <a:buSzPts val="1100"/>
              <a:buChar char="○"/>
              <a:defRPr sz="1100">
                <a:solidFill>
                  <a:schemeClr val="lt1"/>
                </a:solidFill>
              </a:defRPr>
            </a:lvl2pPr>
            <a:lvl3pPr indent="-298450" lvl="2" marL="1371600" algn="l">
              <a:lnSpc>
                <a:spcPct val="100000"/>
              </a:lnSpc>
              <a:spcBef>
                <a:spcPts val="0"/>
              </a:spcBef>
              <a:spcAft>
                <a:spcPts val="0"/>
              </a:spcAft>
              <a:buClr>
                <a:schemeClr val="lt1"/>
              </a:buClr>
              <a:buSzPts val="1100"/>
              <a:buChar char="■"/>
              <a:defRPr sz="1100">
                <a:solidFill>
                  <a:schemeClr val="lt1"/>
                </a:solidFill>
              </a:defRPr>
            </a:lvl3pPr>
            <a:lvl4pPr indent="-298450" lvl="3" marL="1828800" algn="l">
              <a:lnSpc>
                <a:spcPct val="100000"/>
              </a:lnSpc>
              <a:spcBef>
                <a:spcPts val="0"/>
              </a:spcBef>
              <a:spcAft>
                <a:spcPts val="0"/>
              </a:spcAft>
              <a:buClr>
                <a:schemeClr val="lt1"/>
              </a:buClr>
              <a:buSzPts val="1100"/>
              <a:buChar char="●"/>
              <a:defRPr sz="1100">
                <a:solidFill>
                  <a:schemeClr val="lt1"/>
                </a:solidFill>
              </a:defRPr>
            </a:lvl4pPr>
            <a:lvl5pPr indent="-298450" lvl="4" marL="2286000" algn="l">
              <a:lnSpc>
                <a:spcPct val="100000"/>
              </a:lnSpc>
              <a:spcBef>
                <a:spcPts val="0"/>
              </a:spcBef>
              <a:spcAft>
                <a:spcPts val="0"/>
              </a:spcAft>
              <a:buClr>
                <a:schemeClr val="lt1"/>
              </a:buClr>
              <a:buSzPts val="1100"/>
              <a:buChar char="○"/>
              <a:defRPr>
                <a:solidFill>
                  <a:schemeClr val="lt1"/>
                </a:solidFill>
              </a:defRPr>
            </a:lvl5pPr>
            <a:lvl6pPr indent="-298450" lvl="5" marL="2743200" algn="l">
              <a:lnSpc>
                <a:spcPct val="100000"/>
              </a:lnSpc>
              <a:spcBef>
                <a:spcPts val="0"/>
              </a:spcBef>
              <a:spcAft>
                <a:spcPts val="0"/>
              </a:spcAft>
              <a:buClr>
                <a:schemeClr val="lt1"/>
              </a:buClr>
              <a:buSzPts val="1100"/>
              <a:buChar char="■"/>
              <a:defRPr sz="1100">
                <a:solidFill>
                  <a:schemeClr val="lt1"/>
                </a:solidFill>
              </a:defRPr>
            </a:lvl6pPr>
            <a:lvl7pPr indent="-298450" lvl="6" marL="3200400" algn="l">
              <a:lnSpc>
                <a:spcPct val="100000"/>
              </a:lnSpc>
              <a:spcBef>
                <a:spcPts val="0"/>
              </a:spcBef>
              <a:spcAft>
                <a:spcPts val="0"/>
              </a:spcAft>
              <a:buClr>
                <a:schemeClr val="lt1"/>
              </a:buClr>
              <a:buSzPts val="1100"/>
              <a:buChar char="●"/>
              <a:defRPr sz="1100">
                <a:solidFill>
                  <a:schemeClr val="lt1"/>
                </a:solidFill>
              </a:defRPr>
            </a:lvl7pPr>
            <a:lvl8pPr indent="-298450" lvl="7" marL="3657600" algn="l">
              <a:lnSpc>
                <a:spcPct val="100000"/>
              </a:lnSpc>
              <a:spcBef>
                <a:spcPts val="0"/>
              </a:spcBef>
              <a:spcAft>
                <a:spcPts val="0"/>
              </a:spcAft>
              <a:buClr>
                <a:schemeClr val="lt1"/>
              </a:buClr>
              <a:buSzPts val="1100"/>
              <a:buChar char="○"/>
              <a:defRPr sz="1100">
                <a:solidFill>
                  <a:schemeClr val="lt1"/>
                </a:solidFill>
              </a:defRPr>
            </a:lvl8pPr>
            <a:lvl9pPr indent="-298450" lvl="8" marL="4114800" algn="l">
              <a:lnSpc>
                <a:spcPct val="100000"/>
              </a:lnSpc>
              <a:spcBef>
                <a:spcPts val="0"/>
              </a:spcBef>
              <a:spcAft>
                <a:spcPts val="0"/>
              </a:spcAft>
              <a:buClr>
                <a:schemeClr val="lt1"/>
              </a:buClr>
              <a:buSzPts val="1100"/>
              <a:buChar char="■"/>
              <a:defRPr sz="1100">
                <a:solidFill>
                  <a:schemeClr val="lt1"/>
                </a:solidFill>
              </a:defRPr>
            </a:lvl9pPr>
          </a:lstStyle>
          <a:p/>
        </p:txBody>
      </p:sp>
      <p:sp>
        <p:nvSpPr>
          <p:cNvPr id="192" name="Google Shape;192;p62"/>
          <p:cNvSpPr txBox="1"/>
          <p:nvPr>
            <p:ph idx="3" type="body"/>
          </p:nvPr>
        </p:nvSpPr>
        <p:spPr>
          <a:xfrm>
            <a:off x="4601077" y="2180950"/>
            <a:ext cx="3579600" cy="2385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Char char="●"/>
              <a:defRPr sz="1100">
                <a:solidFill>
                  <a:schemeClr val="lt1"/>
                </a:solidFill>
              </a:defRPr>
            </a:lvl1pPr>
            <a:lvl2pPr indent="-298450" lvl="1" marL="914400" algn="l">
              <a:lnSpc>
                <a:spcPct val="100000"/>
              </a:lnSpc>
              <a:spcBef>
                <a:spcPts val="0"/>
              </a:spcBef>
              <a:spcAft>
                <a:spcPts val="0"/>
              </a:spcAft>
              <a:buClr>
                <a:schemeClr val="lt1"/>
              </a:buClr>
              <a:buSzPts val="1100"/>
              <a:buChar char="○"/>
              <a:defRPr sz="1100">
                <a:solidFill>
                  <a:schemeClr val="lt1"/>
                </a:solidFill>
              </a:defRPr>
            </a:lvl2pPr>
            <a:lvl3pPr indent="-298450" lvl="2" marL="1371600" algn="l">
              <a:lnSpc>
                <a:spcPct val="100000"/>
              </a:lnSpc>
              <a:spcBef>
                <a:spcPts val="0"/>
              </a:spcBef>
              <a:spcAft>
                <a:spcPts val="0"/>
              </a:spcAft>
              <a:buClr>
                <a:schemeClr val="lt1"/>
              </a:buClr>
              <a:buSzPts val="1100"/>
              <a:buChar char="■"/>
              <a:defRPr sz="1100">
                <a:solidFill>
                  <a:schemeClr val="lt1"/>
                </a:solidFill>
              </a:defRPr>
            </a:lvl3pPr>
            <a:lvl4pPr indent="-298450" lvl="3" marL="1828800" algn="l">
              <a:lnSpc>
                <a:spcPct val="100000"/>
              </a:lnSpc>
              <a:spcBef>
                <a:spcPts val="0"/>
              </a:spcBef>
              <a:spcAft>
                <a:spcPts val="0"/>
              </a:spcAft>
              <a:buClr>
                <a:schemeClr val="lt1"/>
              </a:buClr>
              <a:buSzPts val="1100"/>
              <a:buChar char="●"/>
              <a:defRPr sz="1100">
                <a:solidFill>
                  <a:schemeClr val="lt1"/>
                </a:solidFill>
              </a:defRPr>
            </a:lvl4pPr>
            <a:lvl5pPr indent="-298450" lvl="4" marL="2286000" algn="l">
              <a:lnSpc>
                <a:spcPct val="100000"/>
              </a:lnSpc>
              <a:spcBef>
                <a:spcPts val="0"/>
              </a:spcBef>
              <a:spcAft>
                <a:spcPts val="0"/>
              </a:spcAft>
              <a:buClr>
                <a:schemeClr val="lt1"/>
              </a:buClr>
              <a:buSzPts val="1100"/>
              <a:buChar char="○"/>
              <a:defRPr>
                <a:solidFill>
                  <a:schemeClr val="lt1"/>
                </a:solidFill>
              </a:defRPr>
            </a:lvl5pPr>
            <a:lvl6pPr indent="-298450" lvl="5" marL="2743200" algn="l">
              <a:lnSpc>
                <a:spcPct val="100000"/>
              </a:lnSpc>
              <a:spcBef>
                <a:spcPts val="0"/>
              </a:spcBef>
              <a:spcAft>
                <a:spcPts val="0"/>
              </a:spcAft>
              <a:buClr>
                <a:schemeClr val="lt1"/>
              </a:buClr>
              <a:buSzPts val="1100"/>
              <a:buChar char="■"/>
              <a:defRPr sz="1100">
                <a:solidFill>
                  <a:schemeClr val="lt1"/>
                </a:solidFill>
              </a:defRPr>
            </a:lvl6pPr>
            <a:lvl7pPr indent="-298450" lvl="6" marL="3200400" algn="l">
              <a:lnSpc>
                <a:spcPct val="100000"/>
              </a:lnSpc>
              <a:spcBef>
                <a:spcPts val="0"/>
              </a:spcBef>
              <a:spcAft>
                <a:spcPts val="0"/>
              </a:spcAft>
              <a:buClr>
                <a:schemeClr val="lt1"/>
              </a:buClr>
              <a:buSzPts val="1100"/>
              <a:buChar char="●"/>
              <a:defRPr sz="1100">
                <a:solidFill>
                  <a:schemeClr val="lt1"/>
                </a:solidFill>
              </a:defRPr>
            </a:lvl7pPr>
            <a:lvl8pPr indent="-298450" lvl="7" marL="3657600" algn="l">
              <a:lnSpc>
                <a:spcPct val="100000"/>
              </a:lnSpc>
              <a:spcBef>
                <a:spcPts val="0"/>
              </a:spcBef>
              <a:spcAft>
                <a:spcPts val="0"/>
              </a:spcAft>
              <a:buClr>
                <a:schemeClr val="lt1"/>
              </a:buClr>
              <a:buSzPts val="1100"/>
              <a:buChar char="○"/>
              <a:defRPr sz="1100">
                <a:solidFill>
                  <a:schemeClr val="lt1"/>
                </a:solidFill>
              </a:defRPr>
            </a:lvl8pPr>
            <a:lvl9pPr indent="-298450" lvl="8" marL="4114800" algn="l">
              <a:lnSpc>
                <a:spcPct val="100000"/>
              </a:lnSpc>
              <a:spcBef>
                <a:spcPts val="0"/>
              </a:spcBef>
              <a:spcAft>
                <a:spcPts val="0"/>
              </a:spcAft>
              <a:buClr>
                <a:schemeClr val="lt1"/>
              </a:buClr>
              <a:buSzPts val="1100"/>
              <a:buChar char="■"/>
              <a:defRPr sz="1100">
                <a:solidFill>
                  <a:schemeClr val="lt1"/>
                </a:solidFill>
              </a:defRPr>
            </a:lvl9pPr>
          </a:lstStyle>
          <a:p/>
        </p:txBody>
      </p:sp>
      <p:sp>
        <p:nvSpPr>
          <p:cNvPr id="193" name="Google Shape;193;p62"/>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194" name="Shape 194"/>
        <p:cNvGrpSpPr/>
        <p:nvPr/>
      </p:nvGrpSpPr>
      <p:grpSpPr>
        <a:xfrm>
          <a:off x="0" y="0"/>
          <a:ext cx="0" cy="0"/>
          <a:chOff x="0" y="0"/>
          <a:chExt cx="0" cy="0"/>
        </a:xfrm>
      </p:grpSpPr>
      <p:sp>
        <p:nvSpPr>
          <p:cNvPr id="195" name="Google Shape;195;p63"/>
          <p:cNvSpPr/>
          <p:nvPr>
            <p:ph idx="2" type="pic"/>
          </p:nvPr>
        </p:nvSpPr>
        <p:spPr>
          <a:xfrm>
            <a:off x="791150" y="522900"/>
            <a:ext cx="1294800" cy="1918500"/>
          </a:xfrm>
          <a:prstGeom prst="rect">
            <a:avLst/>
          </a:prstGeom>
          <a:noFill/>
          <a:ln>
            <a:noFill/>
          </a:ln>
        </p:spPr>
      </p:sp>
      <p:sp>
        <p:nvSpPr>
          <p:cNvPr id="196" name="Google Shape;196;p63"/>
          <p:cNvSpPr/>
          <p:nvPr>
            <p:ph idx="3" type="pic"/>
          </p:nvPr>
        </p:nvSpPr>
        <p:spPr>
          <a:xfrm>
            <a:off x="2355375" y="522900"/>
            <a:ext cx="1294800" cy="1918500"/>
          </a:xfrm>
          <a:prstGeom prst="rect">
            <a:avLst/>
          </a:prstGeom>
          <a:noFill/>
          <a:ln>
            <a:noFill/>
          </a:ln>
        </p:spPr>
      </p:sp>
      <p:sp>
        <p:nvSpPr>
          <p:cNvPr id="197" name="Google Shape;197;p63"/>
          <p:cNvSpPr/>
          <p:nvPr>
            <p:ph idx="4" type="pic"/>
          </p:nvPr>
        </p:nvSpPr>
        <p:spPr>
          <a:xfrm>
            <a:off x="3921313" y="522900"/>
            <a:ext cx="1294800" cy="1918500"/>
          </a:xfrm>
          <a:prstGeom prst="rect">
            <a:avLst/>
          </a:prstGeom>
          <a:noFill/>
          <a:ln>
            <a:noFill/>
          </a:ln>
        </p:spPr>
      </p:sp>
      <p:sp>
        <p:nvSpPr>
          <p:cNvPr id="198" name="Google Shape;198;p63"/>
          <p:cNvSpPr/>
          <p:nvPr>
            <p:ph idx="5" type="pic"/>
          </p:nvPr>
        </p:nvSpPr>
        <p:spPr>
          <a:xfrm>
            <a:off x="5491588" y="522900"/>
            <a:ext cx="1294800" cy="1918500"/>
          </a:xfrm>
          <a:prstGeom prst="rect">
            <a:avLst/>
          </a:prstGeom>
          <a:noFill/>
          <a:ln>
            <a:noFill/>
          </a:ln>
        </p:spPr>
      </p:sp>
      <p:sp>
        <p:nvSpPr>
          <p:cNvPr id="199" name="Google Shape;199;p63"/>
          <p:cNvSpPr txBox="1"/>
          <p:nvPr>
            <p:ph idx="1" type="body"/>
          </p:nvPr>
        </p:nvSpPr>
        <p:spPr>
          <a:xfrm>
            <a:off x="680850" y="3443850"/>
            <a:ext cx="3074700" cy="103170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200" name="Google Shape;200;p63"/>
          <p:cNvSpPr txBox="1"/>
          <p:nvPr>
            <p:ph idx="6" type="body"/>
          </p:nvPr>
        </p:nvSpPr>
        <p:spPr>
          <a:xfrm>
            <a:off x="4123900" y="3443850"/>
            <a:ext cx="4030200" cy="11652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01" name="Google Shape;201;p63"/>
          <p:cNvSpPr txBox="1"/>
          <p:nvPr>
            <p:ph idx="7" type="body"/>
          </p:nvPr>
        </p:nvSpPr>
        <p:spPr>
          <a:xfrm>
            <a:off x="705088"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02" name="Google Shape;202;p63"/>
          <p:cNvSpPr txBox="1"/>
          <p:nvPr>
            <p:ph idx="8" type="body"/>
          </p:nvPr>
        </p:nvSpPr>
        <p:spPr>
          <a:xfrm>
            <a:off x="2258888"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03" name="Google Shape;203;p63"/>
          <p:cNvSpPr txBox="1"/>
          <p:nvPr>
            <p:ph idx="9" type="body"/>
          </p:nvPr>
        </p:nvSpPr>
        <p:spPr>
          <a:xfrm>
            <a:off x="3827513"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04" name="Google Shape;204;p63"/>
          <p:cNvSpPr txBox="1"/>
          <p:nvPr>
            <p:ph idx="13" type="body"/>
          </p:nvPr>
        </p:nvSpPr>
        <p:spPr>
          <a:xfrm>
            <a:off x="5395113"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05" name="Google Shape;205;p63"/>
          <p:cNvSpPr txBox="1"/>
          <p:nvPr>
            <p:ph idx="14" type="body"/>
          </p:nvPr>
        </p:nvSpPr>
        <p:spPr>
          <a:xfrm>
            <a:off x="705091"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06" name="Google Shape;206;p63"/>
          <p:cNvSpPr txBox="1"/>
          <p:nvPr>
            <p:ph idx="15" type="body"/>
          </p:nvPr>
        </p:nvSpPr>
        <p:spPr>
          <a:xfrm>
            <a:off x="2258891"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07" name="Google Shape;207;p63"/>
          <p:cNvSpPr txBox="1"/>
          <p:nvPr>
            <p:ph idx="16" type="body"/>
          </p:nvPr>
        </p:nvSpPr>
        <p:spPr>
          <a:xfrm>
            <a:off x="3827003"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08" name="Google Shape;208;p63"/>
          <p:cNvSpPr txBox="1"/>
          <p:nvPr>
            <p:ph idx="17" type="body"/>
          </p:nvPr>
        </p:nvSpPr>
        <p:spPr>
          <a:xfrm>
            <a:off x="5396128"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09" name="Google Shape;209;p63"/>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210" name="Shape 210"/>
        <p:cNvGrpSpPr/>
        <p:nvPr/>
      </p:nvGrpSpPr>
      <p:grpSpPr>
        <a:xfrm>
          <a:off x="0" y="0"/>
          <a:ext cx="0" cy="0"/>
          <a:chOff x="0" y="0"/>
          <a:chExt cx="0" cy="0"/>
        </a:xfrm>
      </p:grpSpPr>
      <p:sp>
        <p:nvSpPr>
          <p:cNvPr id="211" name="Google Shape;211;p64"/>
          <p:cNvSpPr txBox="1"/>
          <p:nvPr>
            <p:ph idx="1" type="body"/>
          </p:nvPr>
        </p:nvSpPr>
        <p:spPr>
          <a:xfrm>
            <a:off x="791150" y="738025"/>
            <a:ext cx="3918300" cy="223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SzPts val="1100"/>
              <a:buFont typeface="Barlow"/>
              <a:buChar char="●"/>
              <a:defRPr sz="1100">
                <a:latin typeface="Barlow"/>
                <a:ea typeface="Barlow"/>
                <a:cs typeface="Barlow"/>
                <a:sym typeface="Barlow"/>
              </a:defRPr>
            </a:lvl1pPr>
            <a:lvl2pPr indent="-298450" lvl="1" marL="914400" algn="l">
              <a:lnSpc>
                <a:spcPct val="100000"/>
              </a:lnSpc>
              <a:spcBef>
                <a:spcPts val="0"/>
              </a:spcBef>
              <a:spcAft>
                <a:spcPts val="0"/>
              </a:spcAft>
              <a:buSzPts val="1100"/>
              <a:buFont typeface="Barlow"/>
              <a:buChar char="○"/>
              <a:defRPr sz="1100">
                <a:latin typeface="Barlow"/>
                <a:ea typeface="Barlow"/>
                <a:cs typeface="Barlow"/>
                <a:sym typeface="Barlow"/>
              </a:defRPr>
            </a:lvl2pPr>
            <a:lvl3pPr indent="-298450" lvl="2" marL="1371600" algn="l">
              <a:lnSpc>
                <a:spcPct val="100000"/>
              </a:lnSpc>
              <a:spcBef>
                <a:spcPts val="0"/>
              </a:spcBef>
              <a:spcAft>
                <a:spcPts val="0"/>
              </a:spcAft>
              <a:buSzPts val="1100"/>
              <a:buFont typeface="Barlow"/>
              <a:buChar char="■"/>
              <a:defRPr sz="1100">
                <a:latin typeface="Barlow"/>
                <a:ea typeface="Barlow"/>
                <a:cs typeface="Barlow"/>
                <a:sym typeface="Barlow"/>
              </a:defRPr>
            </a:lvl3pPr>
            <a:lvl4pPr indent="-298450" lvl="3" marL="1828800" algn="l">
              <a:lnSpc>
                <a:spcPct val="100000"/>
              </a:lnSpc>
              <a:spcBef>
                <a:spcPts val="0"/>
              </a:spcBef>
              <a:spcAft>
                <a:spcPts val="0"/>
              </a:spcAft>
              <a:buSzPts val="1100"/>
              <a:buFont typeface="Barlow"/>
              <a:buChar char="●"/>
              <a:defRPr sz="1100">
                <a:latin typeface="Barlow"/>
                <a:ea typeface="Barlow"/>
                <a:cs typeface="Barlow"/>
                <a:sym typeface="Barlow"/>
              </a:defRPr>
            </a:lvl4pPr>
            <a:lvl5pPr indent="-298450" lvl="4" marL="2286000" algn="l">
              <a:lnSpc>
                <a:spcPct val="100000"/>
              </a:lnSpc>
              <a:spcBef>
                <a:spcPts val="0"/>
              </a:spcBef>
              <a:spcAft>
                <a:spcPts val="0"/>
              </a:spcAft>
              <a:buSzPts val="1100"/>
              <a:buFont typeface="Barlow"/>
              <a:buChar char="○"/>
              <a:defRPr>
                <a:latin typeface="Barlow"/>
                <a:ea typeface="Barlow"/>
                <a:cs typeface="Barlow"/>
                <a:sym typeface="Barlow"/>
              </a:defRPr>
            </a:lvl5pPr>
            <a:lvl6pPr indent="-298450" lvl="5" marL="2743200" algn="l">
              <a:lnSpc>
                <a:spcPct val="100000"/>
              </a:lnSpc>
              <a:spcBef>
                <a:spcPts val="0"/>
              </a:spcBef>
              <a:spcAft>
                <a:spcPts val="0"/>
              </a:spcAft>
              <a:buSzPts val="1100"/>
              <a:buFont typeface="Barlow"/>
              <a:buChar char="■"/>
              <a:defRPr sz="1100">
                <a:latin typeface="Barlow"/>
                <a:ea typeface="Barlow"/>
                <a:cs typeface="Barlow"/>
                <a:sym typeface="Barlow"/>
              </a:defRPr>
            </a:lvl6pPr>
            <a:lvl7pPr indent="-298450" lvl="6" marL="3200400" algn="l">
              <a:lnSpc>
                <a:spcPct val="100000"/>
              </a:lnSpc>
              <a:spcBef>
                <a:spcPts val="0"/>
              </a:spcBef>
              <a:spcAft>
                <a:spcPts val="0"/>
              </a:spcAft>
              <a:buSzPts val="1100"/>
              <a:buFont typeface="Barlow"/>
              <a:buChar char="●"/>
              <a:defRPr sz="1100">
                <a:latin typeface="Barlow"/>
                <a:ea typeface="Barlow"/>
                <a:cs typeface="Barlow"/>
                <a:sym typeface="Barlow"/>
              </a:defRPr>
            </a:lvl7pPr>
            <a:lvl8pPr indent="-298450" lvl="7" marL="3657600" algn="l">
              <a:lnSpc>
                <a:spcPct val="100000"/>
              </a:lnSpc>
              <a:spcBef>
                <a:spcPts val="0"/>
              </a:spcBef>
              <a:spcAft>
                <a:spcPts val="0"/>
              </a:spcAft>
              <a:buSzPts val="1100"/>
              <a:buFont typeface="Barlow"/>
              <a:buChar char="○"/>
              <a:defRPr sz="1100">
                <a:latin typeface="Barlow"/>
                <a:ea typeface="Barlow"/>
                <a:cs typeface="Barlow"/>
                <a:sym typeface="Barlow"/>
              </a:defRPr>
            </a:lvl8pPr>
            <a:lvl9pPr indent="-298450" lvl="8" marL="4114800" algn="l">
              <a:lnSpc>
                <a:spcPct val="100000"/>
              </a:lnSpc>
              <a:spcBef>
                <a:spcPts val="0"/>
              </a:spcBef>
              <a:spcAft>
                <a:spcPts val="0"/>
              </a:spcAft>
              <a:buSzPts val="1100"/>
              <a:buFont typeface="Barlow"/>
              <a:buChar char="■"/>
              <a:defRPr sz="1100">
                <a:latin typeface="Barlow"/>
                <a:ea typeface="Barlow"/>
                <a:cs typeface="Barlow"/>
                <a:sym typeface="Barlow"/>
              </a:defRPr>
            </a:lvl9pPr>
          </a:lstStyle>
          <a:p/>
        </p:txBody>
      </p:sp>
      <p:sp>
        <p:nvSpPr>
          <p:cNvPr id="212" name="Google Shape;212;p64"/>
          <p:cNvSpPr txBox="1"/>
          <p:nvPr>
            <p:ph idx="2" type="subTitle"/>
          </p:nvPr>
        </p:nvSpPr>
        <p:spPr>
          <a:xfrm>
            <a:off x="791150" y="522625"/>
            <a:ext cx="3918300" cy="21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3" name="Google Shape;213;p64"/>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214" name="Shape 214"/>
        <p:cNvGrpSpPr/>
        <p:nvPr/>
      </p:nvGrpSpPr>
      <p:grpSpPr>
        <a:xfrm>
          <a:off x="0" y="0"/>
          <a:ext cx="0" cy="0"/>
          <a:chOff x="0" y="0"/>
          <a:chExt cx="0" cy="0"/>
        </a:xfrm>
      </p:grpSpPr>
      <p:sp>
        <p:nvSpPr>
          <p:cNvPr id="215" name="Google Shape;215;p65"/>
          <p:cNvSpPr txBox="1"/>
          <p:nvPr>
            <p:ph idx="1" type="subTitle"/>
          </p:nvPr>
        </p:nvSpPr>
        <p:spPr>
          <a:xfrm>
            <a:off x="690250" y="415625"/>
            <a:ext cx="1261800" cy="27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atin typeface="Barlow Light"/>
                <a:ea typeface="Barlow Light"/>
                <a:cs typeface="Barlow Light"/>
                <a:sym typeface="Barlow Light"/>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p:txBody>
      </p:sp>
      <p:sp>
        <p:nvSpPr>
          <p:cNvPr id="216" name="Google Shape;216;p65"/>
          <p:cNvSpPr txBox="1"/>
          <p:nvPr>
            <p:ph idx="2" type="subTitle"/>
          </p:nvPr>
        </p:nvSpPr>
        <p:spPr>
          <a:xfrm>
            <a:off x="480420" y="290626"/>
            <a:ext cx="3592200" cy="33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SzPts val="1400"/>
              <a:buNone/>
              <a:defRPr>
                <a:latin typeface="Hepta Slab Light"/>
                <a:ea typeface="Hepta Slab Light"/>
                <a:cs typeface="Hepta Slab Light"/>
                <a:sym typeface="Hepta Slab Light"/>
              </a:defRPr>
            </a:lvl2pPr>
            <a:lvl3pPr lvl="2" algn="l">
              <a:lnSpc>
                <a:spcPct val="100000"/>
              </a:lnSpc>
              <a:spcBef>
                <a:spcPts val="0"/>
              </a:spcBef>
              <a:spcAft>
                <a:spcPts val="0"/>
              </a:spcAft>
              <a:buSzPts val="1400"/>
              <a:buNone/>
              <a:defRPr>
                <a:latin typeface="Hepta Slab Light"/>
                <a:ea typeface="Hepta Slab Light"/>
                <a:cs typeface="Hepta Slab Light"/>
                <a:sym typeface="Hepta Slab Light"/>
              </a:defRPr>
            </a:lvl3pPr>
            <a:lvl4pPr lvl="3" algn="l">
              <a:lnSpc>
                <a:spcPct val="100000"/>
              </a:lnSpc>
              <a:spcBef>
                <a:spcPts val="0"/>
              </a:spcBef>
              <a:spcAft>
                <a:spcPts val="0"/>
              </a:spcAft>
              <a:buSzPts val="1400"/>
              <a:buNone/>
              <a:defRPr>
                <a:latin typeface="Hepta Slab Light"/>
                <a:ea typeface="Hepta Slab Light"/>
                <a:cs typeface="Hepta Slab Light"/>
                <a:sym typeface="Hepta Slab Light"/>
              </a:defRPr>
            </a:lvl4pPr>
            <a:lvl5pPr lvl="4" algn="l">
              <a:lnSpc>
                <a:spcPct val="100000"/>
              </a:lnSpc>
              <a:spcBef>
                <a:spcPts val="0"/>
              </a:spcBef>
              <a:spcAft>
                <a:spcPts val="0"/>
              </a:spcAft>
              <a:buSzPts val="1400"/>
              <a:buNone/>
              <a:defRPr>
                <a:latin typeface="Hepta Slab Light"/>
                <a:ea typeface="Hepta Slab Light"/>
                <a:cs typeface="Hepta Slab Light"/>
                <a:sym typeface="Hepta Slab Light"/>
              </a:defRPr>
            </a:lvl5pPr>
            <a:lvl6pPr lvl="5" algn="l">
              <a:lnSpc>
                <a:spcPct val="100000"/>
              </a:lnSpc>
              <a:spcBef>
                <a:spcPts val="0"/>
              </a:spcBef>
              <a:spcAft>
                <a:spcPts val="0"/>
              </a:spcAft>
              <a:buSzPts val="1400"/>
              <a:buNone/>
              <a:defRPr>
                <a:latin typeface="Hepta Slab Light"/>
                <a:ea typeface="Hepta Slab Light"/>
                <a:cs typeface="Hepta Slab Light"/>
                <a:sym typeface="Hepta Slab Light"/>
              </a:defRPr>
            </a:lvl6pPr>
            <a:lvl7pPr lvl="6" algn="l">
              <a:lnSpc>
                <a:spcPct val="100000"/>
              </a:lnSpc>
              <a:spcBef>
                <a:spcPts val="0"/>
              </a:spcBef>
              <a:spcAft>
                <a:spcPts val="0"/>
              </a:spcAft>
              <a:buSzPts val="1400"/>
              <a:buNone/>
              <a:defRPr>
                <a:latin typeface="Hepta Slab Light"/>
                <a:ea typeface="Hepta Slab Light"/>
                <a:cs typeface="Hepta Slab Light"/>
                <a:sym typeface="Hepta Slab Light"/>
              </a:defRPr>
            </a:lvl7pPr>
            <a:lvl8pPr lvl="7" algn="l">
              <a:lnSpc>
                <a:spcPct val="100000"/>
              </a:lnSpc>
              <a:spcBef>
                <a:spcPts val="0"/>
              </a:spcBef>
              <a:spcAft>
                <a:spcPts val="0"/>
              </a:spcAft>
              <a:buSzPts val="1400"/>
              <a:buNone/>
              <a:defRPr>
                <a:latin typeface="Hepta Slab Light"/>
                <a:ea typeface="Hepta Slab Light"/>
                <a:cs typeface="Hepta Slab Light"/>
                <a:sym typeface="Hepta Slab Light"/>
              </a:defRPr>
            </a:lvl8pPr>
            <a:lvl9pPr lvl="8" algn="l">
              <a:lnSpc>
                <a:spcPct val="100000"/>
              </a:lnSpc>
              <a:spcBef>
                <a:spcPts val="0"/>
              </a:spcBef>
              <a:spcAft>
                <a:spcPts val="0"/>
              </a:spcAft>
              <a:buSzPts val="1400"/>
              <a:buNone/>
              <a:defRPr>
                <a:latin typeface="Hepta Slab Light"/>
                <a:ea typeface="Hepta Slab Light"/>
                <a:cs typeface="Hepta Slab Light"/>
                <a:sym typeface="Hepta Slab Light"/>
              </a:defRPr>
            </a:lvl9pPr>
          </a:lstStyle>
          <a:p/>
        </p:txBody>
      </p:sp>
      <p:sp>
        <p:nvSpPr>
          <p:cNvPr id="217" name="Google Shape;217;p65"/>
          <p:cNvSpPr txBox="1"/>
          <p:nvPr>
            <p:ph idx="3" type="body"/>
          </p:nvPr>
        </p:nvSpPr>
        <p:spPr>
          <a:xfrm>
            <a:off x="480425" y="534275"/>
            <a:ext cx="4878300" cy="1917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18" name="Google Shape;218;p65"/>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219" name="Shape 219"/>
        <p:cNvGrpSpPr/>
        <p:nvPr/>
      </p:nvGrpSpPr>
      <p:grpSpPr>
        <a:xfrm>
          <a:off x="0" y="0"/>
          <a:ext cx="0" cy="0"/>
          <a:chOff x="0" y="0"/>
          <a:chExt cx="0" cy="0"/>
        </a:xfrm>
      </p:grpSpPr>
      <p:sp>
        <p:nvSpPr>
          <p:cNvPr id="220" name="Google Shape;220;p66"/>
          <p:cNvSpPr txBox="1"/>
          <p:nvPr>
            <p:ph type="title"/>
          </p:nvPr>
        </p:nvSpPr>
        <p:spPr>
          <a:xfrm>
            <a:off x="723861" y="1584738"/>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21" name="Google Shape;221;p66"/>
          <p:cNvSpPr txBox="1"/>
          <p:nvPr>
            <p:ph idx="2" type="title"/>
          </p:nvPr>
        </p:nvSpPr>
        <p:spPr>
          <a:xfrm>
            <a:off x="723861" y="2390981"/>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22" name="Google Shape;222;p66"/>
          <p:cNvSpPr txBox="1"/>
          <p:nvPr>
            <p:ph idx="3" type="title"/>
          </p:nvPr>
        </p:nvSpPr>
        <p:spPr>
          <a:xfrm>
            <a:off x="723861" y="3157931"/>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23" name="Google Shape;223;p66"/>
          <p:cNvSpPr txBox="1"/>
          <p:nvPr>
            <p:ph idx="4" type="title"/>
          </p:nvPr>
        </p:nvSpPr>
        <p:spPr>
          <a:xfrm>
            <a:off x="723861" y="3954905"/>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24" name="Google Shape;224;p66"/>
          <p:cNvSpPr txBox="1"/>
          <p:nvPr>
            <p:ph idx="1" type="subTitle"/>
          </p:nvPr>
        </p:nvSpPr>
        <p:spPr>
          <a:xfrm>
            <a:off x="480420" y="290626"/>
            <a:ext cx="3592200" cy="33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p:txBody>
      </p:sp>
      <p:sp>
        <p:nvSpPr>
          <p:cNvPr id="225" name="Google Shape;225;p66"/>
          <p:cNvSpPr txBox="1"/>
          <p:nvPr>
            <p:ph idx="5" type="body"/>
          </p:nvPr>
        </p:nvSpPr>
        <p:spPr>
          <a:xfrm>
            <a:off x="480425" y="610475"/>
            <a:ext cx="4878300" cy="3768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lgn="l">
              <a:lnSpc>
                <a:spcPct val="100000"/>
              </a:lnSpc>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lgn="l">
              <a:lnSpc>
                <a:spcPct val="100000"/>
              </a:lnSpc>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lgn="l">
              <a:lnSpc>
                <a:spcPct val="100000"/>
              </a:lnSpc>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lgn="l">
              <a:lnSpc>
                <a:spcPct val="100000"/>
              </a:lnSpc>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lgn="l">
              <a:lnSpc>
                <a:spcPct val="100000"/>
              </a:lnSpc>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lgn="l">
              <a:lnSpc>
                <a:spcPct val="100000"/>
              </a:lnSpc>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lgn="l">
              <a:lnSpc>
                <a:spcPct val="100000"/>
              </a:lnSpc>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26" name="Google Shape;226;p66"/>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227" name="Shape 227"/>
        <p:cNvGrpSpPr/>
        <p:nvPr/>
      </p:nvGrpSpPr>
      <p:grpSpPr>
        <a:xfrm>
          <a:off x="0" y="0"/>
          <a:ext cx="0" cy="0"/>
          <a:chOff x="0" y="0"/>
          <a:chExt cx="0" cy="0"/>
        </a:xfrm>
      </p:grpSpPr>
      <p:sp>
        <p:nvSpPr>
          <p:cNvPr id="228" name="Google Shape;228;p67"/>
          <p:cNvSpPr txBox="1"/>
          <p:nvPr>
            <p:ph type="title"/>
          </p:nvPr>
        </p:nvSpPr>
        <p:spPr>
          <a:xfrm>
            <a:off x="455221" y="1321125"/>
            <a:ext cx="5094600" cy="1749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400"/>
              <a:buNone/>
              <a:defRPr sz="5400"/>
            </a:lvl1pPr>
            <a:lvl2pPr lvl="1"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29" name="Google Shape;229;p67"/>
          <p:cNvSpPr txBox="1"/>
          <p:nvPr>
            <p:ph idx="1" type="body"/>
          </p:nvPr>
        </p:nvSpPr>
        <p:spPr>
          <a:xfrm>
            <a:off x="567029" y="4500404"/>
            <a:ext cx="1015800" cy="266100"/>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lgn="l">
              <a:lnSpc>
                <a:spcPct val="100000"/>
              </a:lnSpc>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30" name="Google Shape;230;p6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231" name="Shape 231"/>
        <p:cNvGrpSpPr/>
        <p:nvPr/>
      </p:nvGrpSpPr>
      <p:grpSpPr>
        <a:xfrm>
          <a:off x="0" y="0"/>
          <a:ext cx="0" cy="0"/>
          <a:chOff x="0" y="0"/>
          <a:chExt cx="0" cy="0"/>
        </a:xfrm>
      </p:grpSpPr>
      <p:sp>
        <p:nvSpPr>
          <p:cNvPr id="232" name="Google Shape;232;p68"/>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68"/>
          <p:cNvSpPr txBox="1"/>
          <p:nvPr>
            <p:ph idx="1" type="subTitle"/>
          </p:nvPr>
        </p:nvSpPr>
        <p:spPr>
          <a:xfrm>
            <a:off x="791150" y="522625"/>
            <a:ext cx="4977300" cy="1108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34" name="Google Shape;234;p68"/>
          <p:cNvSpPr txBox="1"/>
          <p:nvPr>
            <p:ph idx="2" type="body"/>
          </p:nvPr>
        </p:nvSpPr>
        <p:spPr>
          <a:xfrm>
            <a:off x="714950" y="1989025"/>
            <a:ext cx="2792400" cy="28041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Clr>
                <a:schemeClr val="lt1"/>
              </a:buClr>
              <a:buSzPts val="1500"/>
              <a:buChar char="●"/>
              <a:defRPr>
                <a:solidFill>
                  <a:schemeClr val="lt1"/>
                </a:solidFill>
              </a:defRPr>
            </a:lvl1pPr>
          </a:lstStyle>
          <a:p/>
        </p:txBody>
      </p:sp>
      <p:sp>
        <p:nvSpPr>
          <p:cNvPr id="235" name="Google Shape;235;p68"/>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68"/>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68"/>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238" name="Shape 238"/>
        <p:cNvGrpSpPr/>
        <p:nvPr/>
      </p:nvGrpSpPr>
      <p:grpSpPr>
        <a:xfrm>
          <a:off x="0" y="0"/>
          <a:ext cx="0" cy="0"/>
          <a:chOff x="0" y="0"/>
          <a:chExt cx="0" cy="0"/>
        </a:xfrm>
      </p:grpSpPr>
      <p:sp>
        <p:nvSpPr>
          <p:cNvPr id="239" name="Google Shape;239;p69"/>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69"/>
          <p:cNvSpPr txBox="1"/>
          <p:nvPr>
            <p:ph idx="1" type="subTitle"/>
          </p:nvPr>
        </p:nvSpPr>
        <p:spPr>
          <a:xfrm>
            <a:off x="791150" y="522625"/>
            <a:ext cx="5938800" cy="1108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41" name="Google Shape;241;p69"/>
          <p:cNvSpPr txBox="1"/>
          <p:nvPr>
            <p:ph idx="2" type="body"/>
          </p:nvPr>
        </p:nvSpPr>
        <p:spPr>
          <a:xfrm>
            <a:off x="810075" y="2065225"/>
            <a:ext cx="7539900" cy="277740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Clr>
                <a:schemeClr val="lt1"/>
              </a:buClr>
              <a:buSzPts val="2800"/>
              <a:buChar char="●"/>
              <a:defRPr sz="2800">
                <a:solidFill>
                  <a:schemeClr val="lt1"/>
                </a:solidFill>
              </a:defRPr>
            </a:lvl1pPr>
            <a:lvl2pPr indent="-406400" lvl="1" marL="914400" algn="l">
              <a:lnSpc>
                <a:spcPct val="100000"/>
              </a:lnSpc>
              <a:spcBef>
                <a:spcPts val="0"/>
              </a:spcBef>
              <a:spcAft>
                <a:spcPts val="0"/>
              </a:spcAft>
              <a:buClr>
                <a:schemeClr val="lt1"/>
              </a:buClr>
              <a:buSzPts val="2800"/>
              <a:buChar char="○"/>
              <a:defRPr sz="2800">
                <a:solidFill>
                  <a:schemeClr val="lt1"/>
                </a:solidFill>
              </a:defRPr>
            </a:lvl2pPr>
            <a:lvl3pPr indent="-406400" lvl="2" marL="1371600" algn="l">
              <a:lnSpc>
                <a:spcPct val="100000"/>
              </a:lnSpc>
              <a:spcBef>
                <a:spcPts val="0"/>
              </a:spcBef>
              <a:spcAft>
                <a:spcPts val="0"/>
              </a:spcAft>
              <a:buClr>
                <a:schemeClr val="lt1"/>
              </a:buClr>
              <a:buSzPts val="2800"/>
              <a:buChar char="■"/>
              <a:defRPr sz="2800">
                <a:solidFill>
                  <a:schemeClr val="lt1"/>
                </a:solidFill>
              </a:defRPr>
            </a:lvl3pPr>
            <a:lvl4pPr indent="-406400" lvl="3" marL="1828800" algn="l">
              <a:lnSpc>
                <a:spcPct val="100000"/>
              </a:lnSpc>
              <a:spcBef>
                <a:spcPts val="0"/>
              </a:spcBef>
              <a:spcAft>
                <a:spcPts val="0"/>
              </a:spcAft>
              <a:buClr>
                <a:schemeClr val="lt1"/>
              </a:buClr>
              <a:buSzPts val="2800"/>
              <a:buChar char="●"/>
              <a:defRPr sz="2800">
                <a:solidFill>
                  <a:schemeClr val="lt1"/>
                </a:solidFill>
              </a:defRPr>
            </a:lvl4pPr>
            <a:lvl5pPr indent="-406400" lvl="4" marL="2286000" algn="l">
              <a:lnSpc>
                <a:spcPct val="100000"/>
              </a:lnSpc>
              <a:spcBef>
                <a:spcPts val="0"/>
              </a:spcBef>
              <a:spcAft>
                <a:spcPts val="0"/>
              </a:spcAft>
              <a:buClr>
                <a:schemeClr val="lt1"/>
              </a:buClr>
              <a:buSzPts val="2800"/>
              <a:buChar char="○"/>
              <a:defRPr sz="2800">
                <a:solidFill>
                  <a:schemeClr val="lt1"/>
                </a:solidFill>
              </a:defRPr>
            </a:lvl5pPr>
            <a:lvl6pPr indent="-406400" lvl="5" marL="2743200" algn="l">
              <a:lnSpc>
                <a:spcPct val="100000"/>
              </a:lnSpc>
              <a:spcBef>
                <a:spcPts val="0"/>
              </a:spcBef>
              <a:spcAft>
                <a:spcPts val="0"/>
              </a:spcAft>
              <a:buClr>
                <a:schemeClr val="lt1"/>
              </a:buClr>
              <a:buSzPts val="2800"/>
              <a:buChar char="■"/>
              <a:defRPr sz="2800">
                <a:solidFill>
                  <a:schemeClr val="lt1"/>
                </a:solidFill>
              </a:defRPr>
            </a:lvl6pPr>
            <a:lvl7pPr indent="-406400" lvl="6" marL="3200400" algn="l">
              <a:lnSpc>
                <a:spcPct val="100000"/>
              </a:lnSpc>
              <a:spcBef>
                <a:spcPts val="0"/>
              </a:spcBef>
              <a:spcAft>
                <a:spcPts val="0"/>
              </a:spcAft>
              <a:buClr>
                <a:schemeClr val="lt1"/>
              </a:buClr>
              <a:buSzPts val="2800"/>
              <a:buChar char="●"/>
              <a:defRPr sz="2800">
                <a:solidFill>
                  <a:schemeClr val="lt1"/>
                </a:solidFill>
              </a:defRPr>
            </a:lvl7pPr>
            <a:lvl8pPr indent="-406400" lvl="7" marL="3657600" algn="l">
              <a:lnSpc>
                <a:spcPct val="100000"/>
              </a:lnSpc>
              <a:spcBef>
                <a:spcPts val="0"/>
              </a:spcBef>
              <a:spcAft>
                <a:spcPts val="0"/>
              </a:spcAft>
              <a:buClr>
                <a:schemeClr val="lt1"/>
              </a:buClr>
              <a:buSzPts val="2800"/>
              <a:buChar char="○"/>
              <a:defRPr sz="2800">
                <a:solidFill>
                  <a:schemeClr val="lt1"/>
                </a:solidFill>
              </a:defRPr>
            </a:lvl8pPr>
            <a:lvl9pPr indent="-406400" lvl="8" marL="4114800" algn="l">
              <a:lnSpc>
                <a:spcPct val="100000"/>
              </a:lnSpc>
              <a:spcBef>
                <a:spcPts val="0"/>
              </a:spcBef>
              <a:spcAft>
                <a:spcPts val="0"/>
              </a:spcAft>
              <a:buClr>
                <a:schemeClr val="lt1"/>
              </a:buClr>
              <a:buSzPts val="2800"/>
              <a:buChar char="■"/>
              <a:defRPr sz="2800">
                <a:solidFill>
                  <a:schemeClr val="lt1"/>
                </a:solidFill>
              </a:defRPr>
            </a:lvl9pPr>
          </a:lstStyle>
          <a:p/>
        </p:txBody>
      </p:sp>
      <p:sp>
        <p:nvSpPr>
          <p:cNvPr id="242" name="Google Shape;242;p69"/>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43" name="Shape 243"/>
        <p:cNvGrpSpPr/>
        <p:nvPr/>
      </p:nvGrpSpPr>
      <p:grpSpPr>
        <a:xfrm>
          <a:off x="0" y="0"/>
          <a:ext cx="0" cy="0"/>
          <a:chOff x="0" y="0"/>
          <a:chExt cx="0" cy="0"/>
        </a:xfrm>
      </p:grpSpPr>
      <p:sp>
        <p:nvSpPr>
          <p:cNvPr id="244" name="Google Shape;244;p70"/>
          <p:cNvSpPr/>
          <p:nvPr>
            <p:ph idx="2" type="pic"/>
          </p:nvPr>
        </p:nvSpPr>
        <p:spPr>
          <a:xfrm>
            <a:off x="0" y="0"/>
            <a:ext cx="9144000" cy="5143500"/>
          </a:xfrm>
          <a:prstGeom prst="rect">
            <a:avLst/>
          </a:prstGeom>
          <a:noFill/>
          <a:ln>
            <a:noFill/>
          </a:ln>
        </p:spPr>
      </p:sp>
      <p:sp>
        <p:nvSpPr>
          <p:cNvPr id="245" name="Google Shape;245;p70"/>
          <p:cNvSpPr txBox="1"/>
          <p:nvPr>
            <p:ph idx="1" type="body"/>
          </p:nvPr>
        </p:nvSpPr>
        <p:spPr>
          <a:xfrm>
            <a:off x="4655675" y="956675"/>
            <a:ext cx="3965400" cy="775200"/>
          </a:xfrm>
          <a:prstGeom prst="rect">
            <a:avLst/>
          </a:prstGeom>
          <a:solidFill>
            <a:schemeClr val="lt1"/>
          </a:solidFill>
          <a:ln>
            <a:noFill/>
          </a:ln>
        </p:spPr>
        <p:txBody>
          <a:bodyPr anchorCtr="0" anchor="t" bIns="274300" lIns="274300" spcFirstLastPara="1" rIns="274300" wrap="square" tIns="0">
            <a:noAutofit/>
          </a:bodyPr>
          <a:lstStyle>
            <a:lvl1pPr indent="-298450" lvl="0" marL="4572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lgn="l">
              <a:lnSpc>
                <a:spcPct val="100000"/>
              </a:lnSpc>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46" name="Google Shape;246;p70"/>
          <p:cNvSpPr txBox="1"/>
          <p:nvPr>
            <p:ph idx="3" type="subTitle"/>
          </p:nvPr>
        </p:nvSpPr>
        <p:spPr>
          <a:xfrm>
            <a:off x="4655675" y="522900"/>
            <a:ext cx="3965400" cy="442800"/>
          </a:xfrm>
          <a:prstGeom prst="rect">
            <a:avLst/>
          </a:prstGeom>
          <a:solidFill>
            <a:schemeClr val="lt1"/>
          </a:solidFill>
          <a:ln>
            <a:noFill/>
          </a:ln>
        </p:spPr>
        <p:txBody>
          <a:bodyPr anchorCtr="0" anchor="b" bIns="0" lIns="274300" spcFirstLastPara="1" rIns="274300" wrap="square" tIns="274300">
            <a:noAutofit/>
          </a:bodyPr>
          <a:lstStyle>
            <a:lvl1pPr lvl="0"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47" name="Google Shape;247;p70"/>
          <p:cNvSpPr txBox="1"/>
          <p:nvPr>
            <p:ph idx="4" type="body"/>
          </p:nvPr>
        </p:nvSpPr>
        <p:spPr>
          <a:xfrm>
            <a:off x="524350" y="4144800"/>
            <a:ext cx="1558800" cy="475800"/>
          </a:xfrm>
          <a:prstGeom prst="rect">
            <a:avLst/>
          </a:prstGeom>
          <a:solidFill>
            <a:schemeClr val="lt1"/>
          </a:solidFill>
          <a:ln>
            <a:noFill/>
          </a:ln>
        </p:spPr>
        <p:txBody>
          <a:bodyPr anchorCtr="0" anchor="t" bIns="137150" lIns="137150" spcFirstLastPara="1" rIns="137150" wrap="square" tIns="137150">
            <a:noAutofit/>
          </a:bodyPr>
          <a:lstStyle>
            <a:lvl1pPr indent="-273050" lvl="0" marL="4572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48" name="Google Shape;248;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249" name="Shape 249"/>
        <p:cNvGrpSpPr/>
        <p:nvPr/>
      </p:nvGrpSpPr>
      <p:grpSpPr>
        <a:xfrm>
          <a:off x="0" y="0"/>
          <a:ext cx="0" cy="0"/>
          <a:chOff x="0" y="0"/>
          <a:chExt cx="0" cy="0"/>
        </a:xfrm>
      </p:grpSpPr>
      <p:sp>
        <p:nvSpPr>
          <p:cNvPr id="250" name="Google Shape;250;p71"/>
          <p:cNvSpPr/>
          <p:nvPr>
            <p:ph idx="2" type="pic"/>
          </p:nvPr>
        </p:nvSpPr>
        <p:spPr>
          <a:xfrm>
            <a:off x="5485725" y="523025"/>
            <a:ext cx="3135300" cy="4097700"/>
          </a:xfrm>
          <a:prstGeom prst="roundRect">
            <a:avLst>
              <a:gd fmla="val 16667" name="adj"/>
            </a:avLst>
          </a:prstGeom>
          <a:noFill/>
          <a:ln>
            <a:noFill/>
          </a:ln>
        </p:spPr>
      </p:sp>
      <p:sp>
        <p:nvSpPr>
          <p:cNvPr id="251" name="Google Shape;251;p71"/>
          <p:cNvSpPr txBox="1"/>
          <p:nvPr>
            <p:ph type="title"/>
          </p:nvPr>
        </p:nvSpPr>
        <p:spPr>
          <a:xfrm>
            <a:off x="591441" y="391675"/>
            <a:ext cx="4397400" cy="3178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52" name="Google Shape;252;p71"/>
          <p:cNvSpPr txBox="1"/>
          <p:nvPr>
            <p:ph idx="1" type="body"/>
          </p:nvPr>
        </p:nvSpPr>
        <p:spPr>
          <a:xfrm>
            <a:off x="638750" y="4413181"/>
            <a:ext cx="5537100" cy="310500"/>
          </a:xfrm>
          <a:prstGeom prst="rect">
            <a:avLst/>
          </a:prstGeom>
          <a:noFill/>
          <a:ln>
            <a:noFill/>
          </a:ln>
        </p:spPr>
        <p:txBody>
          <a:bodyPr anchorCtr="0" anchor="b"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lgn="l">
              <a:lnSpc>
                <a:spcPct val="100000"/>
              </a:lnSpc>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53" name="Google Shape;253;p71"/>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254" name="Shape 254"/>
        <p:cNvGrpSpPr/>
        <p:nvPr/>
      </p:nvGrpSpPr>
      <p:grpSpPr>
        <a:xfrm>
          <a:off x="0" y="0"/>
          <a:ext cx="0" cy="0"/>
          <a:chOff x="0" y="0"/>
          <a:chExt cx="0" cy="0"/>
        </a:xfrm>
      </p:grpSpPr>
      <p:sp>
        <p:nvSpPr>
          <p:cNvPr id="255" name="Google Shape;255;p72"/>
          <p:cNvSpPr txBox="1"/>
          <p:nvPr>
            <p:ph idx="1" type="body"/>
          </p:nvPr>
        </p:nvSpPr>
        <p:spPr>
          <a:xfrm>
            <a:off x="5481425" y="271557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6" name="Google Shape;256;p72"/>
          <p:cNvSpPr txBox="1"/>
          <p:nvPr>
            <p:ph idx="2" type="body"/>
          </p:nvPr>
        </p:nvSpPr>
        <p:spPr>
          <a:xfrm>
            <a:off x="3918400" y="271572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7" name="Google Shape;257;p72"/>
          <p:cNvSpPr txBox="1"/>
          <p:nvPr>
            <p:ph idx="3" type="body"/>
          </p:nvPr>
        </p:nvSpPr>
        <p:spPr>
          <a:xfrm>
            <a:off x="2349550" y="271557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8" name="Google Shape;258;p72"/>
          <p:cNvSpPr txBox="1"/>
          <p:nvPr>
            <p:ph idx="4" type="body"/>
          </p:nvPr>
        </p:nvSpPr>
        <p:spPr>
          <a:xfrm>
            <a:off x="79115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59" name="Google Shape;259;p72"/>
          <p:cNvSpPr txBox="1"/>
          <p:nvPr>
            <p:ph idx="5" type="body"/>
          </p:nvPr>
        </p:nvSpPr>
        <p:spPr>
          <a:xfrm>
            <a:off x="7911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60" name="Google Shape;260;p72"/>
          <p:cNvSpPr txBox="1"/>
          <p:nvPr>
            <p:ph idx="6" type="body"/>
          </p:nvPr>
        </p:nvSpPr>
        <p:spPr>
          <a:xfrm>
            <a:off x="70444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61" name="Google Shape;261;p72"/>
          <p:cNvCxnSpPr/>
          <p:nvPr/>
        </p:nvCxnSpPr>
        <p:spPr>
          <a:xfrm rot="10800000">
            <a:off x="827250" y="1481375"/>
            <a:ext cx="7489500" cy="0"/>
          </a:xfrm>
          <a:prstGeom prst="straightConnector1">
            <a:avLst/>
          </a:prstGeom>
          <a:noFill/>
          <a:ln cap="flat" cmpd="sng" w="19050">
            <a:solidFill>
              <a:schemeClr val="accent1"/>
            </a:solidFill>
            <a:prstDash val="solid"/>
            <a:round/>
            <a:headEnd len="sm" w="sm" type="none"/>
            <a:tailEnd len="sm" w="sm" type="none"/>
          </a:ln>
        </p:spPr>
      </p:cxnSp>
      <p:sp>
        <p:nvSpPr>
          <p:cNvPr id="262" name="Google Shape;262;p72"/>
          <p:cNvSpPr/>
          <p:nvPr>
            <p:ph idx="7" type="pic"/>
          </p:nvPr>
        </p:nvSpPr>
        <p:spPr>
          <a:xfrm>
            <a:off x="7049625" y="523025"/>
            <a:ext cx="1305900" cy="1918500"/>
          </a:xfrm>
          <a:prstGeom prst="roundRect">
            <a:avLst>
              <a:gd fmla="val 16667" name="adj"/>
            </a:avLst>
          </a:prstGeom>
          <a:noFill/>
          <a:ln>
            <a:noFill/>
          </a:ln>
        </p:spPr>
      </p:sp>
      <p:sp>
        <p:nvSpPr>
          <p:cNvPr id="263" name="Google Shape;263;p72"/>
          <p:cNvSpPr/>
          <p:nvPr>
            <p:ph idx="8" type="pic"/>
          </p:nvPr>
        </p:nvSpPr>
        <p:spPr>
          <a:xfrm>
            <a:off x="784775" y="522100"/>
            <a:ext cx="1305900" cy="1918500"/>
          </a:xfrm>
          <a:prstGeom prst="roundRect">
            <a:avLst>
              <a:gd fmla="val 16667" name="adj"/>
            </a:avLst>
          </a:prstGeom>
          <a:noFill/>
          <a:ln>
            <a:noFill/>
          </a:ln>
        </p:spPr>
      </p:sp>
      <p:sp>
        <p:nvSpPr>
          <p:cNvPr id="264" name="Google Shape;264;p72"/>
          <p:cNvSpPr/>
          <p:nvPr>
            <p:ph idx="9" type="pic"/>
          </p:nvPr>
        </p:nvSpPr>
        <p:spPr>
          <a:xfrm>
            <a:off x="2343950" y="523500"/>
            <a:ext cx="1305900" cy="1918500"/>
          </a:xfrm>
          <a:prstGeom prst="roundRect">
            <a:avLst>
              <a:gd fmla="val 16667" name="adj"/>
            </a:avLst>
          </a:prstGeom>
          <a:noFill/>
          <a:ln>
            <a:noFill/>
          </a:ln>
        </p:spPr>
      </p:sp>
      <p:sp>
        <p:nvSpPr>
          <p:cNvPr id="265" name="Google Shape;265;p72"/>
          <p:cNvSpPr/>
          <p:nvPr>
            <p:ph idx="13" type="pic"/>
          </p:nvPr>
        </p:nvSpPr>
        <p:spPr>
          <a:xfrm>
            <a:off x="3915213" y="523500"/>
            <a:ext cx="1305900" cy="1918500"/>
          </a:xfrm>
          <a:prstGeom prst="roundRect">
            <a:avLst>
              <a:gd fmla="val 16667" name="adj"/>
            </a:avLst>
          </a:prstGeom>
          <a:noFill/>
          <a:ln>
            <a:noFill/>
          </a:ln>
        </p:spPr>
      </p:sp>
      <p:sp>
        <p:nvSpPr>
          <p:cNvPr id="266" name="Google Shape;266;p72"/>
          <p:cNvSpPr/>
          <p:nvPr>
            <p:ph idx="14" type="pic"/>
          </p:nvPr>
        </p:nvSpPr>
        <p:spPr>
          <a:xfrm>
            <a:off x="5490975" y="523500"/>
            <a:ext cx="1305900" cy="1918500"/>
          </a:xfrm>
          <a:prstGeom prst="roundRect">
            <a:avLst>
              <a:gd fmla="val 16667" name="adj"/>
            </a:avLst>
          </a:prstGeom>
          <a:noFill/>
          <a:ln>
            <a:noFill/>
          </a:ln>
        </p:spPr>
      </p:sp>
      <p:sp>
        <p:nvSpPr>
          <p:cNvPr id="267" name="Google Shape;267;p72"/>
          <p:cNvSpPr txBox="1"/>
          <p:nvPr>
            <p:ph idx="15" type="body"/>
          </p:nvPr>
        </p:nvSpPr>
        <p:spPr>
          <a:xfrm>
            <a:off x="5481425" y="4112700"/>
            <a:ext cx="28776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68" name="Google Shape;268;p72"/>
          <p:cNvSpPr txBox="1"/>
          <p:nvPr>
            <p:ph idx="16" type="subTitle"/>
          </p:nvPr>
        </p:nvSpPr>
        <p:spPr>
          <a:xfrm>
            <a:off x="5481425" y="3897300"/>
            <a:ext cx="2877600" cy="21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69" name="Google Shape;269;p72"/>
          <p:cNvSpPr txBox="1"/>
          <p:nvPr>
            <p:ph idx="17" type="body"/>
          </p:nvPr>
        </p:nvSpPr>
        <p:spPr>
          <a:xfrm>
            <a:off x="234950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70" name="Google Shape;270;p72"/>
          <p:cNvSpPr txBox="1"/>
          <p:nvPr>
            <p:ph idx="18" type="body"/>
          </p:nvPr>
        </p:nvSpPr>
        <p:spPr>
          <a:xfrm>
            <a:off x="3915488"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71" name="Google Shape;271;p72"/>
          <p:cNvSpPr txBox="1"/>
          <p:nvPr>
            <p:ph idx="19" type="body"/>
          </p:nvPr>
        </p:nvSpPr>
        <p:spPr>
          <a:xfrm>
            <a:off x="5479963"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72" name="Google Shape;272;p72"/>
          <p:cNvSpPr txBox="1"/>
          <p:nvPr>
            <p:ph idx="20" type="body"/>
          </p:nvPr>
        </p:nvSpPr>
        <p:spPr>
          <a:xfrm>
            <a:off x="7047338"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73" name="Google Shape;273;p72"/>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274" name="Shape 274"/>
        <p:cNvGrpSpPr/>
        <p:nvPr/>
      </p:nvGrpSpPr>
      <p:grpSpPr>
        <a:xfrm>
          <a:off x="0" y="0"/>
          <a:ext cx="0" cy="0"/>
          <a:chOff x="0" y="0"/>
          <a:chExt cx="0" cy="0"/>
        </a:xfrm>
      </p:grpSpPr>
      <p:sp>
        <p:nvSpPr>
          <p:cNvPr id="275" name="Google Shape;275;p73"/>
          <p:cNvSpPr txBox="1"/>
          <p:nvPr>
            <p:ph idx="1" type="body"/>
          </p:nvPr>
        </p:nvSpPr>
        <p:spPr>
          <a:xfrm>
            <a:off x="3917825" y="4024920"/>
            <a:ext cx="44412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6" name="Google Shape;276;p73"/>
          <p:cNvSpPr txBox="1"/>
          <p:nvPr>
            <p:ph idx="2" type="subTitle"/>
          </p:nvPr>
        </p:nvSpPr>
        <p:spPr>
          <a:xfrm>
            <a:off x="783675" y="3967895"/>
            <a:ext cx="2877600" cy="431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277" name="Google Shape;277;p73"/>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278" name="Shape 278"/>
        <p:cNvGrpSpPr/>
        <p:nvPr/>
      </p:nvGrpSpPr>
      <p:grpSpPr>
        <a:xfrm>
          <a:off x="0" y="0"/>
          <a:ext cx="0" cy="0"/>
          <a:chOff x="0" y="0"/>
          <a:chExt cx="0" cy="0"/>
        </a:xfrm>
      </p:grpSpPr>
      <p:sp>
        <p:nvSpPr>
          <p:cNvPr id="279" name="Google Shape;279;p74"/>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
        <p:nvSpPr>
          <p:cNvPr id="280" name="Google Shape;280;p74"/>
          <p:cNvSpPr txBox="1"/>
          <p:nvPr>
            <p:ph idx="1" type="body"/>
          </p:nvPr>
        </p:nvSpPr>
        <p:spPr>
          <a:xfrm>
            <a:off x="3918400" y="3680775"/>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1" name="Google Shape;281;p74"/>
          <p:cNvSpPr txBox="1"/>
          <p:nvPr>
            <p:ph idx="2" type="body"/>
          </p:nvPr>
        </p:nvSpPr>
        <p:spPr>
          <a:xfrm>
            <a:off x="3918400" y="378082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2" name="Google Shape;282;p74"/>
          <p:cNvSpPr txBox="1"/>
          <p:nvPr>
            <p:ph idx="3" type="body"/>
          </p:nvPr>
        </p:nvSpPr>
        <p:spPr>
          <a:xfrm>
            <a:off x="7044450" y="36805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3" name="Google Shape;283;p74"/>
          <p:cNvSpPr txBox="1"/>
          <p:nvPr>
            <p:ph idx="4" type="body"/>
          </p:nvPr>
        </p:nvSpPr>
        <p:spPr>
          <a:xfrm>
            <a:off x="7044450" y="37806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4" name="Google Shape;284;p74"/>
          <p:cNvSpPr/>
          <p:nvPr>
            <p:ph idx="5" type="pic"/>
          </p:nvPr>
        </p:nvSpPr>
        <p:spPr>
          <a:xfrm>
            <a:off x="7049625" y="1588125"/>
            <a:ext cx="1305900" cy="1918500"/>
          </a:xfrm>
          <a:prstGeom prst="roundRect">
            <a:avLst>
              <a:gd fmla="val 16667" name="adj"/>
            </a:avLst>
          </a:prstGeom>
          <a:noFill/>
          <a:ln>
            <a:noFill/>
          </a:ln>
        </p:spPr>
      </p:sp>
      <p:sp>
        <p:nvSpPr>
          <p:cNvPr id="285" name="Google Shape;285;p74"/>
          <p:cNvSpPr/>
          <p:nvPr>
            <p:ph idx="6" type="pic"/>
          </p:nvPr>
        </p:nvSpPr>
        <p:spPr>
          <a:xfrm>
            <a:off x="3915213" y="1588600"/>
            <a:ext cx="1305900" cy="1918500"/>
          </a:xfrm>
          <a:prstGeom prst="roundRect">
            <a:avLst>
              <a:gd fmla="val 16667" name="adj"/>
            </a:avLst>
          </a:prstGeom>
          <a:noFill/>
          <a:ln>
            <a:noFill/>
          </a:ln>
        </p:spPr>
      </p:sp>
      <p:sp>
        <p:nvSpPr>
          <p:cNvPr id="286" name="Google Shape;286;p74"/>
          <p:cNvSpPr/>
          <p:nvPr>
            <p:ph idx="7" type="pic"/>
          </p:nvPr>
        </p:nvSpPr>
        <p:spPr>
          <a:xfrm>
            <a:off x="5490975" y="1588600"/>
            <a:ext cx="1305900" cy="1918500"/>
          </a:xfrm>
          <a:prstGeom prst="roundRect">
            <a:avLst>
              <a:gd fmla="val 16667" name="adj"/>
            </a:avLst>
          </a:prstGeom>
          <a:noFill/>
          <a:ln>
            <a:noFill/>
          </a:ln>
        </p:spPr>
      </p:sp>
      <p:sp>
        <p:nvSpPr>
          <p:cNvPr id="287" name="Google Shape;287;p74"/>
          <p:cNvSpPr txBox="1"/>
          <p:nvPr>
            <p:ph idx="8" type="subTitle"/>
          </p:nvPr>
        </p:nvSpPr>
        <p:spPr>
          <a:xfrm>
            <a:off x="3918800" y="1034575"/>
            <a:ext cx="1307100" cy="55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8" name="Google Shape;288;p74"/>
          <p:cNvSpPr txBox="1"/>
          <p:nvPr>
            <p:ph idx="9" type="subTitle"/>
          </p:nvPr>
        </p:nvSpPr>
        <p:spPr>
          <a:xfrm>
            <a:off x="5484775" y="1034575"/>
            <a:ext cx="1307100" cy="55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9" name="Google Shape;289;p74"/>
          <p:cNvSpPr txBox="1"/>
          <p:nvPr>
            <p:ph idx="13" type="subTitle"/>
          </p:nvPr>
        </p:nvSpPr>
        <p:spPr>
          <a:xfrm>
            <a:off x="7050750" y="1032775"/>
            <a:ext cx="1307100" cy="55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90" name="Google Shape;290;p74"/>
          <p:cNvSpPr txBox="1"/>
          <p:nvPr>
            <p:ph idx="14" type="body"/>
          </p:nvPr>
        </p:nvSpPr>
        <p:spPr>
          <a:xfrm>
            <a:off x="507400" y="1828050"/>
            <a:ext cx="2136300" cy="297330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Clr>
                <a:schemeClr val="accent2"/>
              </a:buClr>
              <a:buSzPts val="2800"/>
              <a:buChar char="●"/>
              <a:defRPr sz="2800">
                <a:solidFill>
                  <a:schemeClr val="accent2"/>
                </a:solidFill>
              </a:defRPr>
            </a:lvl1pPr>
            <a:lvl2pPr indent="-406400" lvl="1" marL="914400" algn="l">
              <a:lnSpc>
                <a:spcPct val="100000"/>
              </a:lnSpc>
              <a:spcBef>
                <a:spcPts val="0"/>
              </a:spcBef>
              <a:spcAft>
                <a:spcPts val="0"/>
              </a:spcAft>
              <a:buClr>
                <a:schemeClr val="accent2"/>
              </a:buClr>
              <a:buSzPts val="2800"/>
              <a:buChar char="○"/>
              <a:defRPr sz="2800">
                <a:solidFill>
                  <a:schemeClr val="accent2"/>
                </a:solidFill>
              </a:defRPr>
            </a:lvl2pPr>
            <a:lvl3pPr indent="-406400" lvl="2" marL="1371600" algn="l">
              <a:lnSpc>
                <a:spcPct val="100000"/>
              </a:lnSpc>
              <a:spcBef>
                <a:spcPts val="0"/>
              </a:spcBef>
              <a:spcAft>
                <a:spcPts val="0"/>
              </a:spcAft>
              <a:buClr>
                <a:schemeClr val="accent2"/>
              </a:buClr>
              <a:buSzPts val="2800"/>
              <a:buChar char="■"/>
              <a:defRPr sz="2800">
                <a:solidFill>
                  <a:schemeClr val="accent2"/>
                </a:solidFill>
              </a:defRPr>
            </a:lvl3pPr>
            <a:lvl4pPr indent="-406400" lvl="3" marL="1828800" algn="l">
              <a:lnSpc>
                <a:spcPct val="100000"/>
              </a:lnSpc>
              <a:spcBef>
                <a:spcPts val="0"/>
              </a:spcBef>
              <a:spcAft>
                <a:spcPts val="0"/>
              </a:spcAft>
              <a:buClr>
                <a:schemeClr val="accent2"/>
              </a:buClr>
              <a:buSzPts val="2800"/>
              <a:buChar char="●"/>
              <a:defRPr sz="2800">
                <a:solidFill>
                  <a:schemeClr val="accent2"/>
                </a:solidFill>
              </a:defRPr>
            </a:lvl4pPr>
            <a:lvl5pPr indent="-406400" lvl="4" marL="2286000" algn="l">
              <a:lnSpc>
                <a:spcPct val="100000"/>
              </a:lnSpc>
              <a:spcBef>
                <a:spcPts val="0"/>
              </a:spcBef>
              <a:spcAft>
                <a:spcPts val="0"/>
              </a:spcAft>
              <a:buClr>
                <a:schemeClr val="accent2"/>
              </a:buClr>
              <a:buSzPts val="2800"/>
              <a:buChar char="○"/>
              <a:defRPr sz="2800">
                <a:solidFill>
                  <a:schemeClr val="accent2"/>
                </a:solidFill>
              </a:defRPr>
            </a:lvl5pPr>
            <a:lvl6pPr indent="-406400" lvl="5" marL="2743200" algn="l">
              <a:lnSpc>
                <a:spcPct val="100000"/>
              </a:lnSpc>
              <a:spcBef>
                <a:spcPts val="0"/>
              </a:spcBef>
              <a:spcAft>
                <a:spcPts val="0"/>
              </a:spcAft>
              <a:buClr>
                <a:schemeClr val="accent2"/>
              </a:buClr>
              <a:buSzPts val="2800"/>
              <a:buChar char="■"/>
              <a:defRPr sz="2800">
                <a:solidFill>
                  <a:schemeClr val="accent2"/>
                </a:solidFill>
              </a:defRPr>
            </a:lvl6pPr>
            <a:lvl7pPr indent="-406400" lvl="6" marL="3200400" algn="l">
              <a:lnSpc>
                <a:spcPct val="100000"/>
              </a:lnSpc>
              <a:spcBef>
                <a:spcPts val="0"/>
              </a:spcBef>
              <a:spcAft>
                <a:spcPts val="0"/>
              </a:spcAft>
              <a:buClr>
                <a:schemeClr val="accent2"/>
              </a:buClr>
              <a:buSzPts val="2800"/>
              <a:buChar char="●"/>
              <a:defRPr sz="2800">
                <a:solidFill>
                  <a:schemeClr val="accent2"/>
                </a:solidFill>
              </a:defRPr>
            </a:lvl7pPr>
            <a:lvl8pPr indent="-406400" lvl="7" marL="3657600" algn="l">
              <a:lnSpc>
                <a:spcPct val="100000"/>
              </a:lnSpc>
              <a:spcBef>
                <a:spcPts val="0"/>
              </a:spcBef>
              <a:spcAft>
                <a:spcPts val="0"/>
              </a:spcAft>
              <a:buClr>
                <a:schemeClr val="accent2"/>
              </a:buClr>
              <a:buSzPts val="2800"/>
              <a:buChar char="○"/>
              <a:defRPr sz="2800">
                <a:solidFill>
                  <a:schemeClr val="accent2"/>
                </a:solidFill>
              </a:defRPr>
            </a:lvl8pPr>
            <a:lvl9pPr indent="-406400" lvl="8" marL="4114800" algn="l">
              <a:lnSpc>
                <a:spcPct val="100000"/>
              </a:lnSpc>
              <a:spcBef>
                <a:spcPts val="0"/>
              </a:spcBef>
              <a:spcAft>
                <a:spcPts val="0"/>
              </a:spcAft>
              <a:buClr>
                <a:schemeClr val="accent2"/>
              </a:buClr>
              <a:buSzPts val="2800"/>
              <a:buChar char="■"/>
              <a:defRPr sz="2800">
                <a:solidFill>
                  <a:schemeClr val="accent2"/>
                </a:solidFill>
              </a:defRPr>
            </a:lvl9pPr>
          </a:lstStyle>
          <a:p/>
        </p:txBody>
      </p:sp>
      <p:sp>
        <p:nvSpPr>
          <p:cNvPr id="291" name="Google Shape;291;p74"/>
          <p:cNvSpPr txBox="1"/>
          <p:nvPr>
            <p:ph idx="15" type="body"/>
          </p:nvPr>
        </p:nvSpPr>
        <p:spPr>
          <a:xfrm>
            <a:off x="5481425" y="3680775"/>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2" name="Google Shape;292;p74"/>
          <p:cNvSpPr txBox="1"/>
          <p:nvPr>
            <p:ph idx="16" type="body"/>
          </p:nvPr>
        </p:nvSpPr>
        <p:spPr>
          <a:xfrm>
            <a:off x="5481425" y="378082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3" name="Google Shape;293;p74"/>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294" name="Shape 294"/>
        <p:cNvGrpSpPr/>
        <p:nvPr/>
      </p:nvGrpSpPr>
      <p:grpSpPr>
        <a:xfrm>
          <a:off x="0" y="0"/>
          <a:ext cx="0" cy="0"/>
          <a:chOff x="0" y="0"/>
          <a:chExt cx="0" cy="0"/>
        </a:xfrm>
      </p:grpSpPr>
      <p:sp>
        <p:nvSpPr>
          <p:cNvPr id="295" name="Google Shape;295;p75"/>
          <p:cNvSpPr txBox="1"/>
          <p:nvPr>
            <p:ph idx="1" type="body"/>
          </p:nvPr>
        </p:nvSpPr>
        <p:spPr>
          <a:xfrm>
            <a:off x="79115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6" name="Google Shape;296;p75"/>
          <p:cNvSpPr txBox="1"/>
          <p:nvPr>
            <p:ph idx="2" type="body"/>
          </p:nvPr>
        </p:nvSpPr>
        <p:spPr>
          <a:xfrm>
            <a:off x="7911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97" name="Google Shape;297;p75"/>
          <p:cNvCxnSpPr/>
          <p:nvPr/>
        </p:nvCxnSpPr>
        <p:spPr>
          <a:xfrm rot="10800000">
            <a:off x="827250" y="1481375"/>
            <a:ext cx="7489500" cy="0"/>
          </a:xfrm>
          <a:prstGeom prst="straightConnector1">
            <a:avLst/>
          </a:prstGeom>
          <a:noFill/>
          <a:ln cap="flat" cmpd="sng" w="19050">
            <a:solidFill>
              <a:schemeClr val="accent2"/>
            </a:solidFill>
            <a:prstDash val="solid"/>
            <a:round/>
            <a:headEnd len="sm" w="sm" type="none"/>
            <a:tailEnd len="sm" w="sm" type="none"/>
          </a:ln>
        </p:spPr>
      </p:cxnSp>
      <p:sp>
        <p:nvSpPr>
          <p:cNvPr id="298" name="Google Shape;298;p75"/>
          <p:cNvSpPr/>
          <p:nvPr>
            <p:ph idx="3" type="pic"/>
          </p:nvPr>
        </p:nvSpPr>
        <p:spPr>
          <a:xfrm>
            <a:off x="7049625" y="523025"/>
            <a:ext cx="1305900" cy="1918500"/>
          </a:xfrm>
          <a:prstGeom prst="roundRect">
            <a:avLst>
              <a:gd fmla="val 16667" name="adj"/>
            </a:avLst>
          </a:prstGeom>
          <a:noFill/>
          <a:ln>
            <a:noFill/>
          </a:ln>
        </p:spPr>
      </p:sp>
      <p:sp>
        <p:nvSpPr>
          <p:cNvPr id="299" name="Google Shape;299;p75"/>
          <p:cNvSpPr/>
          <p:nvPr>
            <p:ph idx="4" type="pic"/>
          </p:nvPr>
        </p:nvSpPr>
        <p:spPr>
          <a:xfrm>
            <a:off x="784775" y="522100"/>
            <a:ext cx="1305900" cy="1918500"/>
          </a:xfrm>
          <a:prstGeom prst="roundRect">
            <a:avLst>
              <a:gd fmla="val 16667" name="adj"/>
            </a:avLst>
          </a:prstGeom>
          <a:noFill/>
          <a:ln>
            <a:noFill/>
          </a:ln>
        </p:spPr>
      </p:sp>
      <p:sp>
        <p:nvSpPr>
          <p:cNvPr id="300" name="Google Shape;300;p75"/>
          <p:cNvSpPr/>
          <p:nvPr>
            <p:ph idx="5" type="pic"/>
          </p:nvPr>
        </p:nvSpPr>
        <p:spPr>
          <a:xfrm>
            <a:off x="2343950" y="523500"/>
            <a:ext cx="1305900" cy="1918500"/>
          </a:xfrm>
          <a:prstGeom prst="roundRect">
            <a:avLst>
              <a:gd fmla="val 16667" name="adj"/>
            </a:avLst>
          </a:prstGeom>
          <a:noFill/>
          <a:ln>
            <a:noFill/>
          </a:ln>
        </p:spPr>
      </p:sp>
      <p:sp>
        <p:nvSpPr>
          <p:cNvPr id="301" name="Google Shape;301;p75"/>
          <p:cNvSpPr/>
          <p:nvPr>
            <p:ph idx="6" type="pic"/>
          </p:nvPr>
        </p:nvSpPr>
        <p:spPr>
          <a:xfrm>
            <a:off x="3915213" y="523500"/>
            <a:ext cx="1305900" cy="1918500"/>
          </a:xfrm>
          <a:prstGeom prst="roundRect">
            <a:avLst>
              <a:gd fmla="val 16667" name="adj"/>
            </a:avLst>
          </a:prstGeom>
          <a:noFill/>
          <a:ln>
            <a:noFill/>
          </a:ln>
        </p:spPr>
      </p:sp>
      <p:sp>
        <p:nvSpPr>
          <p:cNvPr id="302" name="Google Shape;302;p75"/>
          <p:cNvSpPr/>
          <p:nvPr>
            <p:ph idx="7" type="pic"/>
          </p:nvPr>
        </p:nvSpPr>
        <p:spPr>
          <a:xfrm>
            <a:off x="5490975" y="523500"/>
            <a:ext cx="1305900" cy="1918500"/>
          </a:xfrm>
          <a:prstGeom prst="roundRect">
            <a:avLst>
              <a:gd fmla="val 16667" name="adj"/>
            </a:avLst>
          </a:prstGeom>
          <a:noFill/>
          <a:ln>
            <a:noFill/>
          </a:ln>
        </p:spPr>
      </p:sp>
      <p:sp>
        <p:nvSpPr>
          <p:cNvPr id="303" name="Google Shape;303;p75"/>
          <p:cNvSpPr txBox="1"/>
          <p:nvPr>
            <p:ph idx="8" type="body"/>
          </p:nvPr>
        </p:nvSpPr>
        <p:spPr>
          <a:xfrm>
            <a:off x="5481425" y="4112700"/>
            <a:ext cx="28776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4" name="Google Shape;304;p75"/>
          <p:cNvSpPr txBox="1"/>
          <p:nvPr>
            <p:ph idx="9" type="subTitle"/>
          </p:nvPr>
        </p:nvSpPr>
        <p:spPr>
          <a:xfrm>
            <a:off x="5481425" y="3897300"/>
            <a:ext cx="2877600" cy="21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05" name="Google Shape;305;p75"/>
          <p:cNvSpPr txBox="1"/>
          <p:nvPr>
            <p:ph idx="13" type="body"/>
          </p:nvPr>
        </p:nvSpPr>
        <p:spPr>
          <a:xfrm>
            <a:off x="234950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6" name="Google Shape;306;p75"/>
          <p:cNvSpPr txBox="1"/>
          <p:nvPr>
            <p:ph idx="14" type="body"/>
          </p:nvPr>
        </p:nvSpPr>
        <p:spPr>
          <a:xfrm>
            <a:off x="234950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7" name="Google Shape;307;p75"/>
          <p:cNvSpPr txBox="1"/>
          <p:nvPr>
            <p:ph idx="15" type="body"/>
          </p:nvPr>
        </p:nvSpPr>
        <p:spPr>
          <a:xfrm>
            <a:off x="390785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8" name="Google Shape;308;p75"/>
          <p:cNvSpPr txBox="1"/>
          <p:nvPr>
            <p:ph idx="16" type="body"/>
          </p:nvPr>
        </p:nvSpPr>
        <p:spPr>
          <a:xfrm>
            <a:off x="39078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9" name="Google Shape;309;p75"/>
          <p:cNvSpPr txBox="1"/>
          <p:nvPr>
            <p:ph idx="17" type="body"/>
          </p:nvPr>
        </p:nvSpPr>
        <p:spPr>
          <a:xfrm>
            <a:off x="5496525"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0" name="Google Shape;310;p75"/>
          <p:cNvSpPr txBox="1"/>
          <p:nvPr>
            <p:ph idx="18" type="body"/>
          </p:nvPr>
        </p:nvSpPr>
        <p:spPr>
          <a:xfrm>
            <a:off x="5496525"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1" name="Google Shape;311;p75"/>
          <p:cNvSpPr txBox="1"/>
          <p:nvPr>
            <p:ph idx="19" type="body"/>
          </p:nvPr>
        </p:nvSpPr>
        <p:spPr>
          <a:xfrm>
            <a:off x="708520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2" name="Google Shape;312;p75"/>
          <p:cNvSpPr txBox="1"/>
          <p:nvPr>
            <p:ph idx="20" type="body"/>
          </p:nvPr>
        </p:nvSpPr>
        <p:spPr>
          <a:xfrm>
            <a:off x="708520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3" name="Google Shape;313;p75"/>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314" name="Shape 314"/>
        <p:cNvGrpSpPr/>
        <p:nvPr/>
      </p:nvGrpSpPr>
      <p:grpSpPr>
        <a:xfrm>
          <a:off x="0" y="0"/>
          <a:ext cx="0" cy="0"/>
          <a:chOff x="0" y="0"/>
          <a:chExt cx="0" cy="0"/>
        </a:xfrm>
      </p:grpSpPr>
      <p:sp>
        <p:nvSpPr>
          <p:cNvPr id="315" name="Google Shape;315;p76"/>
          <p:cNvSpPr txBox="1"/>
          <p:nvPr>
            <p:ph idx="1" type="body"/>
          </p:nvPr>
        </p:nvSpPr>
        <p:spPr>
          <a:xfrm>
            <a:off x="3133000" y="514275"/>
            <a:ext cx="38907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6" name="Google Shape;316;p76"/>
          <p:cNvSpPr txBox="1"/>
          <p:nvPr>
            <p:ph idx="2" type="body"/>
          </p:nvPr>
        </p:nvSpPr>
        <p:spPr>
          <a:xfrm>
            <a:off x="657679" y="436194"/>
            <a:ext cx="2278800" cy="1985100"/>
          </a:xfrm>
          <a:prstGeom prst="rect">
            <a:avLst/>
          </a:prstGeom>
          <a:noFill/>
          <a:ln>
            <a:noFill/>
          </a:ln>
        </p:spPr>
        <p:txBody>
          <a:bodyPr anchorCtr="0" anchor="t" bIns="91425" lIns="91425" spcFirstLastPara="1" rIns="91425" wrap="square" tIns="91425">
            <a:noAutofit/>
          </a:bodyPr>
          <a:lstStyle>
            <a:lvl1pPr indent="-406400" lvl="0" marL="457200" algn="l">
              <a:lnSpc>
                <a:spcPct val="80000"/>
              </a:lnSpc>
              <a:spcBef>
                <a:spcPts val="0"/>
              </a:spcBef>
              <a:spcAft>
                <a:spcPts val="0"/>
              </a:spcAft>
              <a:buClr>
                <a:schemeClr val="accent2"/>
              </a:buClr>
              <a:buSzPts val="2800"/>
              <a:buChar char="●"/>
              <a:defRPr sz="2800">
                <a:solidFill>
                  <a:schemeClr val="accent2"/>
                </a:solidFill>
              </a:defRPr>
            </a:lvl1pPr>
            <a:lvl2pPr indent="-406400" lvl="1" marL="914400" algn="l">
              <a:lnSpc>
                <a:spcPct val="80000"/>
              </a:lnSpc>
              <a:spcBef>
                <a:spcPts val="0"/>
              </a:spcBef>
              <a:spcAft>
                <a:spcPts val="0"/>
              </a:spcAft>
              <a:buClr>
                <a:schemeClr val="accent2"/>
              </a:buClr>
              <a:buSzPts val="2800"/>
              <a:buChar char="○"/>
              <a:defRPr sz="2800">
                <a:solidFill>
                  <a:schemeClr val="accent2"/>
                </a:solidFill>
              </a:defRPr>
            </a:lvl2pPr>
            <a:lvl3pPr indent="-406400" lvl="2" marL="1371600" algn="l">
              <a:lnSpc>
                <a:spcPct val="80000"/>
              </a:lnSpc>
              <a:spcBef>
                <a:spcPts val="0"/>
              </a:spcBef>
              <a:spcAft>
                <a:spcPts val="0"/>
              </a:spcAft>
              <a:buClr>
                <a:schemeClr val="accent2"/>
              </a:buClr>
              <a:buSzPts val="2800"/>
              <a:buChar char="■"/>
              <a:defRPr sz="2800">
                <a:solidFill>
                  <a:schemeClr val="accent2"/>
                </a:solidFill>
              </a:defRPr>
            </a:lvl3pPr>
            <a:lvl4pPr indent="-406400" lvl="3" marL="1828800" algn="l">
              <a:lnSpc>
                <a:spcPct val="80000"/>
              </a:lnSpc>
              <a:spcBef>
                <a:spcPts val="0"/>
              </a:spcBef>
              <a:spcAft>
                <a:spcPts val="0"/>
              </a:spcAft>
              <a:buClr>
                <a:schemeClr val="accent2"/>
              </a:buClr>
              <a:buSzPts val="2800"/>
              <a:buChar char="●"/>
              <a:defRPr sz="2800">
                <a:solidFill>
                  <a:schemeClr val="accent2"/>
                </a:solidFill>
              </a:defRPr>
            </a:lvl4pPr>
            <a:lvl5pPr indent="-406400" lvl="4" marL="2286000" algn="l">
              <a:lnSpc>
                <a:spcPct val="80000"/>
              </a:lnSpc>
              <a:spcBef>
                <a:spcPts val="0"/>
              </a:spcBef>
              <a:spcAft>
                <a:spcPts val="0"/>
              </a:spcAft>
              <a:buClr>
                <a:schemeClr val="accent2"/>
              </a:buClr>
              <a:buSzPts val="2800"/>
              <a:buChar char="○"/>
              <a:defRPr sz="2800">
                <a:solidFill>
                  <a:schemeClr val="accent2"/>
                </a:solidFill>
              </a:defRPr>
            </a:lvl5pPr>
            <a:lvl6pPr indent="-406400" lvl="5" marL="2743200" algn="l">
              <a:lnSpc>
                <a:spcPct val="80000"/>
              </a:lnSpc>
              <a:spcBef>
                <a:spcPts val="0"/>
              </a:spcBef>
              <a:spcAft>
                <a:spcPts val="0"/>
              </a:spcAft>
              <a:buClr>
                <a:schemeClr val="accent2"/>
              </a:buClr>
              <a:buSzPts val="2800"/>
              <a:buChar char="■"/>
              <a:defRPr sz="2800">
                <a:solidFill>
                  <a:schemeClr val="accent2"/>
                </a:solidFill>
              </a:defRPr>
            </a:lvl6pPr>
            <a:lvl7pPr indent="-406400" lvl="6" marL="3200400" algn="l">
              <a:lnSpc>
                <a:spcPct val="80000"/>
              </a:lnSpc>
              <a:spcBef>
                <a:spcPts val="0"/>
              </a:spcBef>
              <a:spcAft>
                <a:spcPts val="0"/>
              </a:spcAft>
              <a:buClr>
                <a:schemeClr val="accent2"/>
              </a:buClr>
              <a:buSzPts val="2800"/>
              <a:buChar char="●"/>
              <a:defRPr sz="2800">
                <a:solidFill>
                  <a:schemeClr val="accent2"/>
                </a:solidFill>
              </a:defRPr>
            </a:lvl7pPr>
            <a:lvl8pPr indent="-406400" lvl="7" marL="3657600" algn="l">
              <a:lnSpc>
                <a:spcPct val="80000"/>
              </a:lnSpc>
              <a:spcBef>
                <a:spcPts val="0"/>
              </a:spcBef>
              <a:spcAft>
                <a:spcPts val="0"/>
              </a:spcAft>
              <a:buClr>
                <a:schemeClr val="accent2"/>
              </a:buClr>
              <a:buSzPts val="2800"/>
              <a:buChar char="○"/>
              <a:defRPr sz="2800">
                <a:solidFill>
                  <a:schemeClr val="accent2"/>
                </a:solidFill>
              </a:defRPr>
            </a:lvl8pPr>
            <a:lvl9pPr indent="-406400" lvl="8" marL="4114800" algn="l">
              <a:lnSpc>
                <a:spcPct val="80000"/>
              </a:lnSpc>
              <a:spcBef>
                <a:spcPts val="0"/>
              </a:spcBef>
              <a:spcAft>
                <a:spcPts val="0"/>
              </a:spcAft>
              <a:buClr>
                <a:schemeClr val="accent2"/>
              </a:buClr>
              <a:buSzPts val="2800"/>
              <a:buChar char="■"/>
              <a:defRPr sz="2800">
                <a:solidFill>
                  <a:schemeClr val="accent2"/>
                </a:solidFill>
              </a:defRPr>
            </a:lvl9pPr>
          </a:lstStyle>
          <a:p/>
        </p:txBody>
      </p:sp>
      <p:sp>
        <p:nvSpPr>
          <p:cNvPr id="317" name="Google Shape;317;p76"/>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318" name="Shape 318"/>
        <p:cNvGrpSpPr/>
        <p:nvPr/>
      </p:nvGrpSpPr>
      <p:grpSpPr>
        <a:xfrm>
          <a:off x="0" y="0"/>
          <a:ext cx="0" cy="0"/>
          <a:chOff x="0" y="0"/>
          <a:chExt cx="0" cy="0"/>
        </a:xfrm>
      </p:grpSpPr>
      <p:sp>
        <p:nvSpPr>
          <p:cNvPr id="319" name="Google Shape;319;p77"/>
          <p:cNvSpPr txBox="1"/>
          <p:nvPr>
            <p:ph idx="1" type="body"/>
          </p:nvPr>
        </p:nvSpPr>
        <p:spPr>
          <a:xfrm>
            <a:off x="569725" y="3435300"/>
            <a:ext cx="2884200" cy="1185300"/>
          </a:xfrm>
          <a:prstGeom prst="rect">
            <a:avLst/>
          </a:prstGeom>
          <a:noFill/>
          <a:ln>
            <a:noFill/>
          </a:ln>
        </p:spPr>
        <p:txBody>
          <a:bodyPr anchorCtr="0" anchor="b"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20" name="Google Shape;320;p77"/>
          <p:cNvSpPr txBox="1"/>
          <p:nvPr>
            <p:ph idx="2" type="subTitle"/>
          </p:nvPr>
        </p:nvSpPr>
        <p:spPr>
          <a:xfrm>
            <a:off x="466802" y="445100"/>
            <a:ext cx="2403600" cy="537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21" name="Google Shape;321;p77"/>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22" name="Shape 322"/>
        <p:cNvGrpSpPr/>
        <p:nvPr/>
      </p:nvGrpSpPr>
      <p:grpSpPr>
        <a:xfrm>
          <a:off x="0" y="0"/>
          <a:ext cx="0" cy="0"/>
          <a:chOff x="0" y="0"/>
          <a:chExt cx="0" cy="0"/>
        </a:xfrm>
      </p:grpSpPr>
      <p:sp>
        <p:nvSpPr>
          <p:cNvPr id="323" name="Google Shape;323;p78"/>
          <p:cNvSpPr/>
          <p:nvPr/>
        </p:nvSpPr>
        <p:spPr>
          <a:xfrm>
            <a:off x="0" y="0"/>
            <a:ext cx="9144000" cy="5143500"/>
          </a:xfrm>
          <a:prstGeom prst="rect">
            <a:avLst/>
          </a:prstGeom>
          <a:solidFill>
            <a:srgbClr val="1919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78"/>
          <p:cNvSpPr/>
          <p:nvPr/>
        </p:nvSpPr>
        <p:spPr>
          <a:xfrm>
            <a:off x="0" y="0"/>
            <a:ext cx="9144000" cy="5143500"/>
          </a:xfrm>
          <a:prstGeom prst="rect">
            <a:avLst/>
          </a:prstGeom>
          <a:solidFill>
            <a:srgbClr val="05050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preencoded.png" id="325" name="Google Shape;325;p78">
            <a:hlinkClick r:id="rId2"/>
          </p:cNvPr>
          <p:cNvSpPr/>
          <p:nvPr/>
        </p:nvSpPr>
        <p:spPr>
          <a:xfrm>
            <a:off x="8029180" y="4844491"/>
            <a:ext cx="1071844" cy="25603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1.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Hepta Slab"/>
              <a:buNone/>
              <a:defRPr b="0" i="0" sz="3600" u="none" cap="none" strike="noStrike">
                <a:solidFill>
                  <a:schemeClr val="dk1"/>
                </a:solidFill>
                <a:latin typeface="Hepta Slab"/>
                <a:ea typeface="Hepta Slab"/>
                <a:cs typeface="Hepta Slab"/>
                <a:sym typeface="Hepta Slab"/>
              </a:defRPr>
            </a:lvl1pPr>
            <a:lvl2pPr lvl="1"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2pPr>
            <a:lvl3pPr lvl="2"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3pPr>
            <a:lvl4pPr lvl="3"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4pPr>
            <a:lvl5pPr lvl="4"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5pPr>
            <a:lvl6pPr lvl="5"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6pPr>
            <a:lvl7pPr lvl="6"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7pPr>
            <a:lvl8pPr lvl="7"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8pPr>
            <a:lvl9pPr lvl="8"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9pPr>
          </a:lstStyle>
          <a:p/>
        </p:txBody>
      </p:sp>
      <p:sp>
        <p:nvSpPr>
          <p:cNvPr id="7" name="Google Shape;7;p32"/>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00000"/>
              </a:lnSpc>
              <a:spcBef>
                <a:spcPts val="0"/>
              </a:spcBef>
              <a:spcAft>
                <a:spcPts val="0"/>
              </a:spcAft>
              <a:buClr>
                <a:schemeClr val="dk1"/>
              </a:buClr>
              <a:buSzPts val="1500"/>
              <a:buFont typeface="Barlow Light"/>
              <a:buChar char="●"/>
              <a:defRPr b="0" i="0" sz="1500" u="none" cap="none" strike="noStrike">
                <a:solidFill>
                  <a:schemeClr val="dk1"/>
                </a:solidFill>
                <a:latin typeface="Barlow Light"/>
                <a:ea typeface="Barlow Light"/>
                <a:cs typeface="Barlow Light"/>
                <a:sym typeface="Barlow Light"/>
              </a:defRPr>
            </a:lvl1pPr>
            <a:lvl2pPr indent="-317500" lvl="1" marL="914400" marR="0" rtl="0" algn="l">
              <a:lnSpc>
                <a:spcPct val="100000"/>
              </a:lnSpc>
              <a:spcBef>
                <a:spcPts val="0"/>
              </a:spcBef>
              <a:spcAft>
                <a:spcPts val="0"/>
              </a:spcAft>
              <a:buClr>
                <a:schemeClr val="dk1"/>
              </a:buClr>
              <a:buSzPts val="1400"/>
              <a:buFont typeface="Barlow Light"/>
              <a:buChar char="○"/>
              <a:defRPr b="0" i="0" sz="1400" u="none" cap="none" strike="noStrike">
                <a:solidFill>
                  <a:schemeClr val="dk1"/>
                </a:solidFill>
                <a:latin typeface="Barlow Light"/>
                <a:ea typeface="Barlow Light"/>
                <a:cs typeface="Barlow Light"/>
                <a:sym typeface="Barlow Light"/>
              </a:defRPr>
            </a:lvl2pPr>
            <a:lvl3pPr indent="-311150" lvl="2" marL="1371600" marR="0" rtl="0" algn="l">
              <a:lnSpc>
                <a:spcPct val="100000"/>
              </a:lnSpc>
              <a:spcBef>
                <a:spcPts val="0"/>
              </a:spcBef>
              <a:spcAft>
                <a:spcPts val="0"/>
              </a:spcAft>
              <a:buClr>
                <a:schemeClr val="dk1"/>
              </a:buClr>
              <a:buSzPts val="1300"/>
              <a:buFont typeface="Barlow Light"/>
              <a:buChar char="■"/>
              <a:defRPr b="0" i="0" sz="1300" u="none" cap="none" strike="noStrike">
                <a:solidFill>
                  <a:schemeClr val="dk1"/>
                </a:solidFill>
                <a:latin typeface="Barlow Light"/>
                <a:ea typeface="Barlow Light"/>
                <a:cs typeface="Barlow Light"/>
                <a:sym typeface="Barlow Light"/>
              </a:defRPr>
            </a:lvl3pPr>
            <a:lvl4pPr indent="-304800" lvl="3" marL="1828800" marR="0" rtl="0" algn="l">
              <a:lnSpc>
                <a:spcPct val="100000"/>
              </a:lnSpc>
              <a:spcBef>
                <a:spcPts val="0"/>
              </a:spcBef>
              <a:spcAft>
                <a:spcPts val="0"/>
              </a:spcAft>
              <a:buClr>
                <a:schemeClr val="dk1"/>
              </a:buClr>
              <a:buSzPts val="1200"/>
              <a:buFont typeface="Barlow Light"/>
              <a:buChar char="●"/>
              <a:defRPr b="0" i="0" sz="1200" u="none" cap="none" strike="noStrike">
                <a:solidFill>
                  <a:schemeClr val="dk1"/>
                </a:solidFill>
                <a:latin typeface="Barlow Light"/>
                <a:ea typeface="Barlow Light"/>
                <a:cs typeface="Barlow Light"/>
                <a:sym typeface="Barlow Light"/>
              </a:defRPr>
            </a:lvl4pPr>
            <a:lvl5pPr indent="-298450" lvl="4" marL="2286000" marR="0" rtl="0" algn="l">
              <a:lnSpc>
                <a:spcPct val="100000"/>
              </a:lnSpc>
              <a:spcBef>
                <a:spcPts val="0"/>
              </a:spcBef>
              <a:spcAft>
                <a:spcPts val="0"/>
              </a:spcAft>
              <a:buClr>
                <a:schemeClr val="dk1"/>
              </a:buClr>
              <a:buSzPts val="1100"/>
              <a:buFont typeface="Barlow Light"/>
              <a:buChar char="○"/>
              <a:defRPr b="0" i="0" sz="1100" u="none" cap="none" strike="noStrike">
                <a:solidFill>
                  <a:schemeClr val="dk1"/>
                </a:solidFill>
                <a:latin typeface="Barlow Light"/>
                <a:ea typeface="Barlow Light"/>
                <a:cs typeface="Barlow Light"/>
                <a:sym typeface="Barlow Light"/>
              </a:defRPr>
            </a:lvl5pPr>
            <a:lvl6pPr indent="-292100" lvl="5" marL="2743200" marR="0" rtl="0" algn="l">
              <a:lnSpc>
                <a:spcPct val="100000"/>
              </a:lnSpc>
              <a:spcBef>
                <a:spcPts val="0"/>
              </a:spcBef>
              <a:spcAft>
                <a:spcPts val="0"/>
              </a:spcAft>
              <a:buClr>
                <a:schemeClr val="dk1"/>
              </a:buClr>
              <a:buSzPts val="1000"/>
              <a:buFont typeface="Barlow Light"/>
              <a:buChar char="■"/>
              <a:defRPr b="0" i="0" sz="1000" u="none" cap="none" strike="noStrike">
                <a:solidFill>
                  <a:schemeClr val="dk1"/>
                </a:solidFill>
                <a:latin typeface="Barlow Light"/>
                <a:ea typeface="Barlow Light"/>
                <a:cs typeface="Barlow Light"/>
                <a:sym typeface="Barlow Light"/>
              </a:defRPr>
            </a:lvl6pPr>
            <a:lvl7pPr indent="-285750" lvl="6" marL="3200400" marR="0" rtl="0" algn="l">
              <a:lnSpc>
                <a:spcPct val="100000"/>
              </a:lnSpc>
              <a:spcBef>
                <a:spcPts val="0"/>
              </a:spcBef>
              <a:spcAft>
                <a:spcPts val="0"/>
              </a:spcAft>
              <a:buClr>
                <a:schemeClr val="dk1"/>
              </a:buClr>
              <a:buSzPts val="900"/>
              <a:buFont typeface="Barlow Light"/>
              <a:buChar char="●"/>
              <a:defRPr b="0" i="0" sz="900" u="none" cap="none" strike="noStrike">
                <a:solidFill>
                  <a:schemeClr val="dk1"/>
                </a:solidFill>
                <a:latin typeface="Barlow Light"/>
                <a:ea typeface="Barlow Light"/>
                <a:cs typeface="Barlow Light"/>
                <a:sym typeface="Barlow Light"/>
              </a:defRPr>
            </a:lvl7pPr>
            <a:lvl8pPr indent="-279400" lvl="7" marL="3657600" marR="0" rtl="0" algn="l">
              <a:lnSpc>
                <a:spcPct val="100000"/>
              </a:lnSpc>
              <a:spcBef>
                <a:spcPts val="0"/>
              </a:spcBef>
              <a:spcAft>
                <a:spcPts val="0"/>
              </a:spcAft>
              <a:buClr>
                <a:schemeClr val="dk1"/>
              </a:buClr>
              <a:buSzPts val="800"/>
              <a:buFont typeface="Barlow Light"/>
              <a:buChar char="○"/>
              <a:defRPr b="0" i="0" sz="800" u="none" cap="none" strike="noStrike">
                <a:solidFill>
                  <a:schemeClr val="dk1"/>
                </a:solidFill>
                <a:latin typeface="Barlow Light"/>
                <a:ea typeface="Barlow Light"/>
                <a:cs typeface="Barlow Light"/>
                <a:sym typeface="Barlow Light"/>
              </a:defRPr>
            </a:lvl8pPr>
            <a:lvl9pPr indent="-273050" lvl="8" marL="4114800" marR="0" rtl="0" algn="l">
              <a:lnSpc>
                <a:spcPct val="100000"/>
              </a:lnSpc>
              <a:spcBef>
                <a:spcPts val="0"/>
              </a:spcBef>
              <a:spcAft>
                <a:spcPts val="0"/>
              </a:spcAft>
              <a:buClr>
                <a:schemeClr val="dk1"/>
              </a:buClr>
              <a:buSzPts val="700"/>
              <a:buFont typeface="Barlow Light"/>
              <a:buChar char="■"/>
              <a:defRPr b="0" i="0" sz="800" u="none" cap="none" strike="noStrike">
                <a:solidFill>
                  <a:schemeClr val="dk1"/>
                </a:solidFill>
                <a:latin typeface="Barlow Light"/>
                <a:ea typeface="Barlow Light"/>
                <a:cs typeface="Barlow Light"/>
                <a:sym typeface="Barlow Light"/>
              </a:defRPr>
            </a:lvl9pPr>
          </a:lstStyle>
          <a:p/>
        </p:txBody>
      </p:sp>
      <p:sp>
        <p:nvSpPr>
          <p:cNvPr id="8" name="Google Shape;8;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
          <p:cNvSpPr txBox="1"/>
          <p:nvPr>
            <p:ph type="title"/>
          </p:nvPr>
        </p:nvSpPr>
        <p:spPr>
          <a:xfrm>
            <a:off x="632850" y="1124700"/>
            <a:ext cx="7878300" cy="1741500"/>
          </a:xfrm>
          <a:prstGeom prst="rect">
            <a:avLst/>
          </a:prstGeom>
          <a:noFill/>
          <a:ln cap="flat" cmpd="sng" w="28575">
            <a:solidFill>
              <a:srgbClr val="FF0000"/>
            </a:solidFill>
            <a:prstDash val="lgDash"/>
            <a:round/>
            <a:headEnd len="sm" w="sm" type="none"/>
            <a:tailEnd len="sm" w="sm" type="none"/>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a:t>IT Ticket Analysis Dashboard</a:t>
            </a:r>
            <a:endParaRPr/>
          </a:p>
        </p:txBody>
      </p:sp>
      <p:sp>
        <p:nvSpPr>
          <p:cNvPr id="331" name="Google Shape;331;p1"/>
          <p:cNvSpPr txBox="1"/>
          <p:nvPr>
            <p:ph idx="1" type="body"/>
          </p:nvPr>
        </p:nvSpPr>
        <p:spPr>
          <a:xfrm>
            <a:off x="3706375" y="4013175"/>
            <a:ext cx="1802700" cy="468900"/>
          </a:xfrm>
          <a:prstGeom prst="rect">
            <a:avLst/>
          </a:prstGeom>
          <a:noFill/>
          <a:ln cap="flat" cmpd="sng" w="9525">
            <a:solidFill>
              <a:schemeClr val="dk1"/>
            </a:solidFill>
            <a:prstDash val="solid"/>
            <a:round/>
            <a:headEnd len="sm" w="sm" type="none"/>
            <a:tailEnd len="sm" w="sm" type="none"/>
          </a:ln>
        </p:spPr>
        <p:txBody>
          <a:bodyPr anchorCtr="0" anchor="ctr" bIns="0" lIns="0" spcFirstLastPara="1" rIns="0" wrap="square" tIns="0">
            <a:normAutofit/>
          </a:bodyPr>
          <a:lstStyle/>
          <a:p>
            <a:pPr indent="0" lvl="0" marL="0" rtl="0" algn="ctr">
              <a:lnSpc>
                <a:spcPct val="100000"/>
              </a:lnSpc>
              <a:spcBef>
                <a:spcPts val="0"/>
              </a:spcBef>
              <a:spcAft>
                <a:spcPts val="0"/>
              </a:spcAft>
              <a:buSzPts val="1100"/>
              <a:buNone/>
            </a:pPr>
            <a:r>
              <a:rPr lang="en" sz="1600"/>
              <a:t>Durnav Pattnaik</a:t>
            </a:r>
            <a:endParaRPr sz="1600"/>
          </a:p>
        </p:txBody>
      </p:sp>
      <p:sp>
        <p:nvSpPr>
          <p:cNvPr id="332" name="Google Shape;332;p1"/>
          <p:cNvSpPr txBox="1"/>
          <p:nvPr>
            <p:ph idx="2" type="subTitle"/>
          </p:nvPr>
        </p:nvSpPr>
        <p:spPr>
          <a:xfrm>
            <a:off x="704125" y="2902000"/>
            <a:ext cx="7807200" cy="934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a:t>Advanced Spreadsheet Analytics Project</a:t>
            </a:r>
            <a:endParaRPr/>
          </a:p>
        </p:txBody>
      </p:sp>
      <p:sp>
        <p:nvSpPr>
          <p:cNvPr id="333" name="Google Shape;333;p1"/>
          <p:cNvSpPr txBox="1"/>
          <p:nvPr/>
        </p:nvSpPr>
        <p:spPr>
          <a:xfrm>
            <a:off x="4034850" y="4482075"/>
            <a:ext cx="1451400" cy="33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Barlow Light"/>
                <a:ea typeface="Barlow Light"/>
                <a:cs typeface="Barlow Light"/>
                <a:sym typeface="Barlow Light"/>
              </a:rPr>
              <a:t>28 May 2026</a:t>
            </a:r>
            <a:endParaRPr b="0" i="0" sz="1500" u="none" cap="none" strike="noStrike">
              <a:solidFill>
                <a:schemeClr val="dk1"/>
              </a:solidFill>
              <a:latin typeface="Barlow Light"/>
              <a:ea typeface="Barlow Light"/>
              <a:cs typeface="Barlow Light"/>
              <a:sym typeface="Barlow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2"/>
          <p:cNvPicPr preferRelativeResize="0"/>
          <p:nvPr/>
        </p:nvPicPr>
        <p:blipFill rotWithShape="1">
          <a:blip r:embed="rId3">
            <a:alphaModFix amt="27000"/>
          </a:blip>
          <a:srcRect b="0" l="0" r="0" t="0"/>
          <a:stretch/>
        </p:blipFill>
        <p:spPr>
          <a:xfrm flipH="1">
            <a:off x="5545890" y="0"/>
            <a:ext cx="3442320" cy="5143500"/>
          </a:xfrm>
          <a:prstGeom prst="rect">
            <a:avLst/>
          </a:prstGeom>
          <a:noFill/>
          <a:ln>
            <a:noFill/>
          </a:ln>
        </p:spPr>
      </p:pic>
      <p:sp>
        <p:nvSpPr>
          <p:cNvPr id="339" name="Google Shape;339;p2"/>
          <p:cNvSpPr txBox="1"/>
          <p:nvPr>
            <p:ph type="title"/>
          </p:nvPr>
        </p:nvSpPr>
        <p:spPr>
          <a:xfrm>
            <a:off x="697350" y="261875"/>
            <a:ext cx="7749300" cy="876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INTRODUCTION</a:t>
            </a:r>
            <a:endParaRPr sz="3000">
              <a:solidFill>
                <a:srgbClr val="FF0000"/>
              </a:solidFill>
            </a:endParaRPr>
          </a:p>
        </p:txBody>
      </p:sp>
      <p:sp>
        <p:nvSpPr>
          <p:cNvPr id="340" name="Google Shape;340;p2"/>
          <p:cNvSpPr txBox="1"/>
          <p:nvPr>
            <p:ph type="title"/>
          </p:nvPr>
        </p:nvSpPr>
        <p:spPr>
          <a:xfrm>
            <a:off x="697350" y="1077900"/>
            <a:ext cx="4730700" cy="3679500"/>
          </a:xfrm>
          <a:prstGeom prst="rect">
            <a:avLst/>
          </a:prstGeom>
          <a:noFill/>
          <a:ln cap="flat" cmpd="sng" w="9525">
            <a:solidFill>
              <a:srgbClr val="FF0000"/>
            </a:solidFill>
            <a:prstDash val="dot"/>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2200">
                <a:solidFill>
                  <a:srgbClr val="FF0000"/>
                </a:solidFill>
              </a:rPr>
              <a:t>Problem Statement</a:t>
            </a:r>
            <a:br>
              <a:rPr lang="en" sz="1300"/>
            </a:br>
            <a:br>
              <a:rPr lang="en" sz="1300"/>
            </a:br>
            <a:r>
              <a:rPr lang="en" sz="1300"/>
              <a:t>Organizations receive thousands of IT support requests across multiple categories, severity levels, and issue types. As ticket volumes increase, it becomes difficult to maintain fast resolution times, high employee satisfaction, and efficient resource utilization.</a:t>
            </a:r>
            <a:endParaRPr sz="1300"/>
          </a:p>
          <a:p>
            <a:pPr indent="0" lvl="0" marL="0" rtl="0" algn="l">
              <a:lnSpc>
                <a:spcPct val="100000"/>
              </a:lnSpc>
              <a:spcBef>
                <a:spcPts val="0"/>
              </a:spcBef>
              <a:spcAft>
                <a:spcPts val="0"/>
              </a:spcAft>
              <a:buSzPts val="3600"/>
              <a:buNone/>
            </a:pPr>
            <a:r>
              <a:t/>
            </a:r>
            <a:endParaRPr sz="1300"/>
          </a:p>
          <a:p>
            <a:pPr indent="0" lvl="0" marL="0" rtl="0" algn="l">
              <a:lnSpc>
                <a:spcPct val="100000"/>
              </a:lnSpc>
              <a:spcBef>
                <a:spcPts val="0"/>
              </a:spcBef>
              <a:spcAft>
                <a:spcPts val="0"/>
              </a:spcAft>
              <a:buSzPts val="3600"/>
              <a:buNone/>
            </a:pPr>
            <a:r>
              <a:rPr lang="en" sz="1300"/>
              <a:t>This analysis aims to evaluate IT support performance, identify operational bottlenecks, and determine where future investments should be focused to improve service quality and operational efficiency.</a:t>
            </a:r>
            <a:endParaRPr sz="1300"/>
          </a:p>
        </p:txBody>
      </p:sp>
      <p:sp>
        <p:nvSpPr>
          <p:cNvPr id="341" name="Google Shape;341;p2"/>
          <p:cNvSpPr txBox="1"/>
          <p:nvPr>
            <p:ph type="title"/>
          </p:nvPr>
        </p:nvSpPr>
        <p:spPr>
          <a:xfrm>
            <a:off x="5600250" y="957400"/>
            <a:ext cx="2846400" cy="3453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lt1"/>
              </a:buClr>
              <a:buSzPts val="1100"/>
              <a:buFont typeface="Arial"/>
              <a:buNone/>
            </a:pPr>
            <a:r>
              <a:rPr b="1" lang="en" sz="1600">
                <a:latin typeface="Arial"/>
                <a:ea typeface="Arial"/>
                <a:cs typeface="Arial"/>
                <a:sym typeface="Arial"/>
              </a:rPr>
              <a:t>Why This Analysis Matters</a:t>
            </a:r>
            <a:endParaRPr b="1" sz="1600">
              <a:latin typeface="Arial"/>
              <a:ea typeface="Arial"/>
              <a:cs typeface="Arial"/>
              <a:sym typeface="Arial"/>
            </a:endParaRPr>
          </a:p>
          <a:p>
            <a:pPr indent="-317500" lvl="0" marL="457200" rtl="0" algn="l">
              <a:lnSpc>
                <a:spcPct val="115000"/>
              </a:lnSpc>
              <a:spcBef>
                <a:spcPts val="1200"/>
              </a:spcBef>
              <a:spcAft>
                <a:spcPts val="0"/>
              </a:spcAft>
              <a:buClr>
                <a:srgbClr val="FF0000"/>
              </a:buClr>
              <a:buSzPts val="1400"/>
              <a:buFont typeface="Arial"/>
              <a:buChar char="❏"/>
            </a:pPr>
            <a:r>
              <a:rPr lang="en" sz="1400">
                <a:latin typeface="Arial"/>
                <a:ea typeface="Arial"/>
                <a:cs typeface="Arial"/>
                <a:sym typeface="Arial"/>
              </a:rPr>
              <a:t>Improve ticket resolution efficiency.</a:t>
            </a:r>
            <a:endParaRPr sz="1400">
              <a:latin typeface="Arial"/>
              <a:ea typeface="Arial"/>
              <a:cs typeface="Arial"/>
              <a:sym typeface="Arial"/>
            </a:endParaRPr>
          </a:p>
          <a:p>
            <a:pPr indent="-317500" lvl="0" marL="457200" rtl="0" algn="l">
              <a:lnSpc>
                <a:spcPct val="115000"/>
              </a:lnSpc>
              <a:spcBef>
                <a:spcPts val="0"/>
              </a:spcBef>
              <a:spcAft>
                <a:spcPts val="0"/>
              </a:spcAft>
              <a:buClr>
                <a:srgbClr val="FF0000"/>
              </a:buClr>
              <a:buSzPts val="1400"/>
              <a:buFont typeface="Arial"/>
              <a:buChar char="❏"/>
            </a:pPr>
            <a:r>
              <a:rPr lang="en" sz="1400">
                <a:latin typeface="Arial"/>
                <a:ea typeface="Arial"/>
                <a:cs typeface="Arial"/>
                <a:sym typeface="Arial"/>
              </a:rPr>
              <a:t>Maintain high employee satisfaction.</a:t>
            </a:r>
            <a:endParaRPr sz="1400">
              <a:latin typeface="Arial"/>
              <a:ea typeface="Arial"/>
              <a:cs typeface="Arial"/>
              <a:sym typeface="Arial"/>
            </a:endParaRPr>
          </a:p>
          <a:p>
            <a:pPr indent="-317500" lvl="0" marL="457200" rtl="0" algn="l">
              <a:lnSpc>
                <a:spcPct val="115000"/>
              </a:lnSpc>
              <a:spcBef>
                <a:spcPts val="0"/>
              </a:spcBef>
              <a:spcAft>
                <a:spcPts val="0"/>
              </a:spcAft>
              <a:buClr>
                <a:srgbClr val="FF0000"/>
              </a:buClr>
              <a:buSzPts val="1400"/>
              <a:buFont typeface="Arial"/>
              <a:buChar char="❏"/>
            </a:pPr>
            <a:r>
              <a:rPr lang="en" sz="1400">
                <a:latin typeface="Arial"/>
                <a:ea typeface="Arial"/>
                <a:cs typeface="Arial"/>
                <a:sym typeface="Arial"/>
              </a:rPr>
              <a:t>Optimize workload distribution.</a:t>
            </a:r>
            <a:endParaRPr sz="1400">
              <a:latin typeface="Arial"/>
              <a:ea typeface="Arial"/>
              <a:cs typeface="Arial"/>
              <a:sym typeface="Arial"/>
            </a:endParaRPr>
          </a:p>
          <a:p>
            <a:pPr indent="-317500" lvl="0" marL="457200" rtl="0" algn="l">
              <a:lnSpc>
                <a:spcPct val="115000"/>
              </a:lnSpc>
              <a:spcBef>
                <a:spcPts val="0"/>
              </a:spcBef>
              <a:spcAft>
                <a:spcPts val="0"/>
              </a:spcAft>
              <a:buClr>
                <a:srgbClr val="FF0000"/>
              </a:buClr>
              <a:buSzPts val="1400"/>
              <a:buFont typeface="Arial"/>
              <a:buChar char="❏"/>
            </a:pPr>
            <a:r>
              <a:rPr lang="en" sz="1400">
                <a:latin typeface="Arial"/>
                <a:ea typeface="Arial"/>
                <a:cs typeface="Arial"/>
                <a:sym typeface="Arial"/>
              </a:rPr>
              <a:t>Identify operational bottlenecks.</a:t>
            </a:r>
            <a:endParaRPr sz="1400">
              <a:latin typeface="Arial"/>
              <a:ea typeface="Arial"/>
              <a:cs typeface="Arial"/>
              <a:sym typeface="Arial"/>
            </a:endParaRPr>
          </a:p>
          <a:p>
            <a:pPr indent="-317500" lvl="0" marL="457200" rtl="0" algn="l">
              <a:lnSpc>
                <a:spcPct val="115000"/>
              </a:lnSpc>
              <a:spcBef>
                <a:spcPts val="0"/>
              </a:spcBef>
              <a:spcAft>
                <a:spcPts val="0"/>
              </a:spcAft>
              <a:buClr>
                <a:srgbClr val="FF0000"/>
              </a:buClr>
              <a:buSzPts val="1400"/>
              <a:buFont typeface="Arial"/>
              <a:buChar char="❏"/>
            </a:pPr>
            <a:r>
              <a:rPr lang="en" sz="1400">
                <a:latin typeface="Arial"/>
                <a:ea typeface="Arial"/>
                <a:cs typeface="Arial"/>
                <a:sym typeface="Arial"/>
              </a:rPr>
              <a:t>Support data-driven investment decisions.</a:t>
            </a:r>
            <a:endParaRPr sz="1400">
              <a:latin typeface="Arial"/>
              <a:ea typeface="Arial"/>
              <a:cs typeface="Arial"/>
              <a:sym typeface="Arial"/>
            </a:endParaRPr>
          </a:p>
          <a:p>
            <a:pPr indent="0" lvl="0" marL="0" rtl="0" algn="l">
              <a:lnSpc>
                <a:spcPct val="100000"/>
              </a:lnSpc>
              <a:spcBef>
                <a:spcPts val="1200"/>
              </a:spcBef>
              <a:spcAft>
                <a:spcPts val="0"/>
              </a:spcAft>
              <a:buSzPts val="3600"/>
              <a:buNone/>
            </a:pPr>
            <a:r>
              <a:t/>
            </a:r>
            <a:endParaRPr sz="1600"/>
          </a:p>
        </p:txBody>
      </p:sp>
      <p:sp>
        <p:nvSpPr>
          <p:cNvPr id="342" name="Google Shape;342;p2"/>
          <p:cNvSpPr txBox="1"/>
          <p:nvPr>
            <p:ph type="title"/>
          </p:nvPr>
        </p:nvSpPr>
        <p:spPr>
          <a:xfrm>
            <a:off x="33425" y="0"/>
            <a:ext cx="47046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i="1" lang="en" sz="1300">
                <a:solidFill>
                  <a:srgbClr val="4A86E8"/>
                </a:solidFill>
              </a:rPr>
              <a:t>"What business challenge are we trying to solve?"</a:t>
            </a:r>
            <a:endParaRPr i="1" sz="1300">
              <a:solidFill>
                <a:srgbClr val="4A86E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id="347" name="Google Shape;347;p3"/>
          <p:cNvPicPr preferRelativeResize="0"/>
          <p:nvPr/>
        </p:nvPicPr>
        <p:blipFill rotWithShape="1">
          <a:blip r:embed="rId3">
            <a:alphaModFix amt="19000"/>
          </a:blip>
          <a:srcRect b="0" l="0" r="0" t="0"/>
          <a:stretch/>
        </p:blipFill>
        <p:spPr>
          <a:xfrm flipH="1">
            <a:off x="348674" y="301968"/>
            <a:ext cx="8446651" cy="4841532"/>
          </a:xfrm>
          <a:prstGeom prst="rect">
            <a:avLst/>
          </a:prstGeom>
          <a:noFill/>
          <a:ln>
            <a:noFill/>
          </a:ln>
        </p:spPr>
      </p:pic>
      <p:sp>
        <p:nvSpPr>
          <p:cNvPr id="348" name="Google Shape;348;p3"/>
          <p:cNvSpPr txBox="1"/>
          <p:nvPr>
            <p:ph type="title"/>
          </p:nvPr>
        </p:nvSpPr>
        <p:spPr>
          <a:xfrm>
            <a:off x="697350" y="157225"/>
            <a:ext cx="7749300" cy="713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PROJECT OVERVIEW</a:t>
            </a:r>
            <a:endParaRPr sz="3000">
              <a:solidFill>
                <a:srgbClr val="FF0000"/>
              </a:solidFill>
            </a:endParaRPr>
          </a:p>
        </p:txBody>
      </p:sp>
      <p:sp>
        <p:nvSpPr>
          <p:cNvPr id="349" name="Google Shape;349;p3"/>
          <p:cNvSpPr txBox="1"/>
          <p:nvPr>
            <p:ph type="title"/>
          </p:nvPr>
        </p:nvSpPr>
        <p:spPr>
          <a:xfrm>
            <a:off x="728650" y="823150"/>
            <a:ext cx="7749300" cy="548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 sz="1400">
                <a:solidFill>
                  <a:schemeClr val="dk2"/>
                </a:solidFill>
                <a:latin typeface="Hepta Slab"/>
                <a:ea typeface="Hepta Slab"/>
                <a:cs typeface="Hepta Slab"/>
                <a:sym typeface="Hepta Slab"/>
              </a:rPr>
              <a:t>Evaluate the effectiveness of IT support operations using historical ticket data and identify opportunities to improve service quality, operational efficiency, and resource utilization.</a:t>
            </a:r>
            <a:endParaRPr b="1" sz="1400">
              <a:solidFill>
                <a:schemeClr val="dk2"/>
              </a:solidFill>
              <a:latin typeface="Hepta Slab"/>
              <a:ea typeface="Hepta Slab"/>
              <a:cs typeface="Hepta Slab"/>
              <a:sym typeface="Hepta Slab"/>
            </a:endParaRPr>
          </a:p>
        </p:txBody>
      </p:sp>
      <p:sp>
        <p:nvSpPr>
          <p:cNvPr id="350" name="Google Shape;350;p3"/>
          <p:cNvSpPr/>
          <p:nvPr/>
        </p:nvSpPr>
        <p:spPr>
          <a:xfrm>
            <a:off x="557300" y="1928076"/>
            <a:ext cx="6538800" cy="197100"/>
          </a:xfrm>
          <a:prstGeom prst="rect">
            <a:avLst/>
          </a:prstGeom>
          <a:noFill/>
          <a:ln>
            <a:noFill/>
          </a:ln>
        </p:spPr>
        <p:txBody>
          <a:bodyPr anchorCtr="0" anchor="t" bIns="0" lIns="0" spcFirstLastPara="1" rIns="0" wrap="square" tIns="0">
            <a:noAutofit/>
          </a:bodyPr>
          <a:lstStyle/>
          <a:p>
            <a:pPr indent="-285754" lvl="0" marL="457200" marR="0" rtl="0" algn="l">
              <a:lnSpc>
                <a:spcPct val="115000"/>
              </a:lnSpc>
              <a:spcBef>
                <a:spcPts val="1200"/>
              </a:spcBef>
              <a:spcAft>
                <a:spcPts val="0"/>
              </a:spcAft>
              <a:buClr>
                <a:srgbClr val="E5E0DF"/>
              </a:buClr>
              <a:buSzPts val="900"/>
              <a:buFont typeface="Hepta Slab Medium"/>
              <a:buChar char="➔"/>
            </a:pPr>
            <a:r>
              <a:rPr b="0" i="0" lang="en" sz="900" u="none" cap="none" strike="noStrike">
                <a:solidFill>
                  <a:srgbClr val="E5E0DF"/>
                </a:solidFill>
                <a:latin typeface="Hepta Slab Medium"/>
                <a:ea typeface="Hepta Slab Medium"/>
                <a:cs typeface="Hepta Slab Medium"/>
                <a:sym typeface="Hepta Slab Medium"/>
              </a:rPr>
              <a:t>What drives the majority of support workload?</a:t>
            </a:r>
            <a:endParaRPr b="0" i="0" sz="900" u="none" cap="none" strike="noStrike">
              <a:solidFill>
                <a:srgbClr val="E5E0DF"/>
              </a:solidFill>
              <a:latin typeface="Hepta Slab Medium"/>
              <a:ea typeface="Hepta Slab Medium"/>
              <a:cs typeface="Hepta Slab Medium"/>
              <a:sym typeface="Hepta Slab Medium"/>
            </a:endParaRPr>
          </a:p>
        </p:txBody>
      </p:sp>
      <p:sp>
        <p:nvSpPr>
          <p:cNvPr id="351" name="Google Shape;351;p3"/>
          <p:cNvSpPr/>
          <p:nvPr/>
        </p:nvSpPr>
        <p:spPr>
          <a:xfrm>
            <a:off x="557301" y="2210913"/>
            <a:ext cx="5273400" cy="197100"/>
          </a:xfrm>
          <a:prstGeom prst="rect">
            <a:avLst/>
          </a:prstGeom>
          <a:noFill/>
          <a:ln>
            <a:noFill/>
          </a:ln>
        </p:spPr>
        <p:txBody>
          <a:bodyPr anchorCtr="0" anchor="t" bIns="0" lIns="0" spcFirstLastPara="1" rIns="0" wrap="square" tIns="0">
            <a:noAutofit/>
          </a:bodyPr>
          <a:lstStyle/>
          <a:p>
            <a:pPr indent="-285754" lvl="0" marL="457200" marR="0" rtl="0" algn="l">
              <a:lnSpc>
                <a:spcPct val="104000"/>
              </a:lnSpc>
              <a:spcBef>
                <a:spcPts val="0"/>
              </a:spcBef>
              <a:spcAft>
                <a:spcPts val="0"/>
              </a:spcAft>
              <a:buClr>
                <a:srgbClr val="E5E0DF"/>
              </a:buClr>
              <a:buSzPts val="900"/>
              <a:buFont typeface="Hepta Slab Medium"/>
              <a:buChar char="➔"/>
            </a:pPr>
            <a:r>
              <a:rPr b="0" i="0" lang="en" sz="900" u="none" cap="none" strike="noStrike">
                <a:solidFill>
                  <a:srgbClr val="E5E0DF"/>
                </a:solidFill>
                <a:latin typeface="Hepta Slab Medium"/>
                <a:ea typeface="Hepta Slab Medium"/>
                <a:cs typeface="Hepta Slab Medium"/>
                <a:sym typeface="Hepta Slab Medium"/>
              </a:rPr>
              <a:t>Which request categories take the longest to resolve?</a:t>
            </a:r>
            <a:endParaRPr b="0" i="0" sz="900" u="none" cap="none" strike="noStrike">
              <a:solidFill>
                <a:srgbClr val="000000"/>
              </a:solidFill>
              <a:latin typeface="Hepta Slab Medium"/>
              <a:ea typeface="Hepta Slab Medium"/>
              <a:cs typeface="Hepta Slab Medium"/>
              <a:sym typeface="Hepta Slab Medium"/>
            </a:endParaRPr>
          </a:p>
        </p:txBody>
      </p:sp>
      <p:sp>
        <p:nvSpPr>
          <p:cNvPr id="352" name="Google Shape;352;p3"/>
          <p:cNvSpPr/>
          <p:nvPr/>
        </p:nvSpPr>
        <p:spPr>
          <a:xfrm>
            <a:off x="535250" y="2493726"/>
            <a:ext cx="5273400" cy="197100"/>
          </a:xfrm>
          <a:prstGeom prst="rect">
            <a:avLst/>
          </a:prstGeom>
          <a:noFill/>
          <a:ln>
            <a:noFill/>
          </a:ln>
        </p:spPr>
        <p:txBody>
          <a:bodyPr anchorCtr="0" anchor="t" bIns="0" lIns="0" spcFirstLastPara="1" rIns="0" wrap="square" tIns="0">
            <a:noAutofit/>
          </a:bodyPr>
          <a:lstStyle/>
          <a:p>
            <a:pPr indent="-285754" lvl="0" marL="457200" marR="0" rtl="0" algn="l">
              <a:lnSpc>
                <a:spcPct val="104000"/>
              </a:lnSpc>
              <a:spcBef>
                <a:spcPts val="0"/>
              </a:spcBef>
              <a:spcAft>
                <a:spcPts val="0"/>
              </a:spcAft>
              <a:buClr>
                <a:srgbClr val="E5E0DF"/>
              </a:buClr>
              <a:buSzPts val="900"/>
              <a:buFont typeface="Hepta Slab Medium"/>
              <a:buChar char="➔"/>
            </a:pPr>
            <a:r>
              <a:rPr b="0" i="0" lang="en" sz="900" u="none" cap="none" strike="noStrike">
                <a:solidFill>
                  <a:srgbClr val="E5E0DF"/>
                </a:solidFill>
                <a:latin typeface="Hepta Slab Medium"/>
                <a:ea typeface="Hepta Slab Medium"/>
                <a:cs typeface="Hepta Slab Medium"/>
                <a:sym typeface="Hepta Slab Medium"/>
              </a:rPr>
              <a:t>How satisfied are employees with IT support services?</a:t>
            </a:r>
            <a:endParaRPr b="0" i="0" sz="900" u="none" cap="none" strike="noStrike">
              <a:solidFill>
                <a:srgbClr val="000000"/>
              </a:solidFill>
              <a:latin typeface="Hepta Slab Medium"/>
              <a:ea typeface="Hepta Slab Medium"/>
              <a:cs typeface="Hepta Slab Medium"/>
              <a:sym typeface="Hepta Slab Medium"/>
            </a:endParaRPr>
          </a:p>
        </p:txBody>
      </p:sp>
      <p:sp>
        <p:nvSpPr>
          <p:cNvPr id="353" name="Google Shape;353;p3"/>
          <p:cNvSpPr/>
          <p:nvPr/>
        </p:nvSpPr>
        <p:spPr>
          <a:xfrm>
            <a:off x="535250" y="2752188"/>
            <a:ext cx="7373100" cy="197100"/>
          </a:xfrm>
          <a:prstGeom prst="rect">
            <a:avLst/>
          </a:prstGeom>
          <a:noFill/>
          <a:ln>
            <a:noFill/>
          </a:ln>
        </p:spPr>
        <p:txBody>
          <a:bodyPr anchorCtr="0" anchor="t" bIns="0" lIns="0" spcFirstLastPara="1" rIns="0" wrap="square" tIns="0">
            <a:noAutofit/>
          </a:bodyPr>
          <a:lstStyle/>
          <a:p>
            <a:pPr indent="-285754" lvl="0" marL="457200" marR="0" rtl="0" algn="l">
              <a:lnSpc>
                <a:spcPct val="104000"/>
              </a:lnSpc>
              <a:spcBef>
                <a:spcPts val="0"/>
              </a:spcBef>
              <a:spcAft>
                <a:spcPts val="0"/>
              </a:spcAft>
              <a:buClr>
                <a:srgbClr val="E5E0DF"/>
              </a:buClr>
              <a:buSzPts val="900"/>
              <a:buFont typeface="Hepta Slab Medium"/>
              <a:buChar char="➔"/>
            </a:pPr>
            <a:r>
              <a:rPr b="0" i="0" lang="en" sz="900" u="none" cap="none" strike="noStrike">
                <a:solidFill>
                  <a:srgbClr val="E5E0DF"/>
                </a:solidFill>
                <a:latin typeface="Hepta Slab Medium"/>
                <a:ea typeface="Hepta Slab Medium"/>
                <a:cs typeface="Hepta Slab Medium"/>
                <a:sym typeface="Hepta Slab Medium"/>
              </a:rPr>
              <a:t>Are current staffing levels sufficient?</a:t>
            </a:r>
            <a:endParaRPr b="0" i="0" sz="900" u="none" cap="none" strike="noStrike">
              <a:solidFill>
                <a:srgbClr val="000000"/>
              </a:solidFill>
              <a:latin typeface="Hepta Slab Medium"/>
              <a:ea typeface="Hepta Slab Medium"/>
              <a:cs typeface="Hepta Slab Medium"/>
              <a:sym typeface="Hepta Slab Medium"/>
            </a:endParaRPr>
          </a:p>
        </p:txBody>
      </p:sp>
      <p:sp>
        <p:nvSpPr>
          <p:cNvPr id="354" name="Google Shape;354;p3"/>
          <p:cNvSpPr/>
          <p:nvPr/>
        </p:nvSpPr>
        <p:spPr>
          <a:xfrm>
            <a:off x="535249" y="3035013"/>
            <a:ext cx="7195800" cy="197100"/>
          </a:xfrm>
          <a:prstGeom prst="rect">
            <a:avLst/>
          </a:prstGeom>
          <a:noFill/>
          <a:ln>
            <a:noFill/>
          </a:ln>
        </p:spPr>
        <p:txBody>
          <a:bodyPr anchorCtr="0" anchor="t" bIns="0" lIns="0" spcFirstLastPara="1" rIns="0" wrap="square" tIns="0">
            <a:noAutofit/>
          </a:bodyPr>
          <a:lstStyle/>
          <a:p>
            <a:pPr indent="-285754" lvl="0" marL="457200" marR="0" rtl="0" algn="l">
              <a:lnSpc>
                <a:spcPct val="104000"/>
              </a:lnSpc>
              <a:spcBef>
                <a:spcPts val="0"/>
              </a:spcBef>
              <a:spcAft>
                <a:spcPts val="0"/>
              </a:spcAft>
              <a:buClr>
                <a:srgbClr val="E5E0DF"/>
              </a:buClr>
              <a:buSzPts val="900"/>
              <a:buFont typeface="Hepta Slab Medium"/>
              <a:buChar char="➔"/>
            </a:pPr>
            <a:r>
              <a:rPr b="0" i="0" lang="en" sz="900" u="none" cap="none" strike="noStrike">
                <a:solidFill>
                  <a:srgbClr val="E5E0DF"/>
                </a:solidFill>
                <a:latin typeface="Hepta Slab Medium"/>
                <a:ea typeface="Hepta Slab Medium"/>
                <a:cs typeface="Hepta Slab Medium"/>
                <a:sym typeface="Hepta Slab Medium"/>
              </a:rPr>
              <a:t>Where should future investments be prioritized?</a:t>
            </a:r>
            <a:endParaRPr b="0" i="0" sz="900" u="none" cap="none" strike="noStrike">
              <a:solidFill>
                <a:srgbClr val="000000"/>
              </a:solidFill>
              <a:latin typeface="Hepta Slab Medium"/>
              <a:ea typeface="Hepta Slab Medium"/>
              <a:cs typeface="Hepta Slab Medium"/>
              <a:sym typeface="Hepta Slab Medium"/>
            </a:endParaRPr>
          </a:p>
        </p:txBody>
      </p:sp>
      <p:sp>
        <p:nvSpPr>
          <p:cNvPr id="355" name="Google Shape;355;p3"/>
          <p:cNvSpPr/>
          <p:nvPr/>
        </p:nvSpPr>
        <p:spPr>
          <a:xfrm>
            <a:off x="535250" y="3321463"/>
            <a:ext cx="7151700" cy="197100"/>
          </a:xfrm>
          <a:prstGeom prst="rect">
            <a:avLst/>
          </a:prstGeom>
          <a:noFill/>
          <a:ln>
            <a:noFill/>
          </a:ln>
        </p:spPr>
        <p:txBody>
          <a:bodyPr anchorCtr="0" anchor="t" bIns="0" lIns="0" spcFirstLastPara="1" rIns="0" wrap="square" tIns="0">
            <a:noAutofit/>
          </a:bodyPr>
          <a:lstStyle/>
          <a:p>
            <a:pPr indent="-285754" lvl="0" marL="457200" marR="0" rtl="0" algn="l">
              <a:lnSpc>
                <a:spcPct val="104000"/>
              </a:lnSpc>
              <a:spcBef>
                <a:spcPts val="0"/>
              </a:spcBef>
              <a:spcAft>
                <a:spcPts val="0"/>
              </a:spcAft>
              <a:buClr>
                <a:srgbClr val="E5E0DF"/>
              </a:buClr>
              <a:buSzPts val="900"/>
              <a:buFont typeface="Hepta Slab Medium"/>
              <a:buChar char="➔"/>
            </a:pPr>
            <a:r>
              <a:rPr b="0" i="0" lang="en" sz="900" u="none" cap="none" strike="noStrike">
                <a:solidFill>
                  <a:srgbClr val="E5E0DF"/>
                </a:solidFill>
                <a:latin typeface="Hepta Slab Medium"/>
                <a:ea typeface="Hepta Slab Medium"/>
                <a:cs typeface="Hepta Slab Medium"/>
                <a:sym typeface="Hepta Slab Medium"/>
              </a:rPr>
              <a:t>Understand the relationship between issue severity and resolution time. </a:t>
            </a:r>
            <a:endParaRPr b="0" i="0" sz="900" u="none" cap="none" strike="noStrike">
              <a:solidFill>
                <a:srgbClr val="000000"/>
              </a:solidFill>
              <a:latin typeface="Hepta Slab Medium"/>
              <a:ea typeface="Hepta Slab Medium"/>
              <a:cs typeface="Hepta Slab Medium"/>
              <a:sym typeface="Hepta Slab Medium"/>
            </a:endParaRPr>
          </a:p>
        </p:txBody>
      </p:sp>
      <p:sp>
        <p:nvSpPr>
          <p:cNvPr id="356" name="Google Shape;356;p3"/>
          <p:cNvSpPr/>
          <p:nvPr/>
        </p:nvSpPr>
        <p:spPr>
          <a:xfrm>
            <a:off x="348675" y="1544163"/>
            <a:ext cx="3008700" cy="298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2F2F3"/>
              </a:buClr>
              <a:buSzPts val="800"/>
              <a:buFont typeface="Poppins Light"/>
              <a:buNone/>
            </a:pPr>
            <a:r>
              <a:rPr b="1" i="0" lang="en" sz="1700" u="none" cap="none" strike="noStrike">
                <a:solidFill>
                  <a:srgbClr val="F2F2F3"/>
                </a:solidFill>
                <a:latin typeface="Hepta Slab"/>
                <a:ea typeface="Hepta Slab"/>
                <a:cs typeface="Hepta Slab"/>
                <a:sym typeface="Hepta Slab"/>
              </a:rPr>
              <a:t>Key Objectives</a:t>
            </a:r>
            <a:endParaRPr b="1" i="0" sz="1700" u="none" cap="none" strike="noStrike">
              <a:solidFill>
                <a:srgbClr val="000000"/>
              </a:solidFill>
              <a:latin typeface="Hepta Slab"/>
              <a:ea typeface="Hepta Slab"/>
              <a:cs typeface="Hepta Slab"/>
              <a:sym typeface="Hepta Slab"/>
            </a:endParaRPr>
          </a:p>
        </p:txBody>
      </p:sp>
      <p:sp>
        <p:nvSpPr>
          <p:cNvPr id="357" name="Google Shape;357;p3"/>
          <p:cNvSpPr/>
          <p:nvPr/>
        </p:nvSpPr>
        <p:spPr>
          <a:xfrm>
            <a:off x="535250" y="3592100"/>
            <a:ext cx="7801200" cy="197100"/>
          </a:xfrm>
          <a:prstGeom prst="rect">
            <a:avLst/>
          </a:prstGeom>
          <a:noFill/>
          <a:ln>
            <a:noFill/>
          </a:ln>
        </p:spPr>
        <p:txBody>
          <a:bodyPr anchorCtr="0" anchor="t" bIns="0" lIns="0" spcFirstLastPara="1" rIns="0" wrap="square" tIns="0">
            <a:noAutofit/>
          </a:bodyPr>
          <a:lstStyle/>
          <a:p>
            <a:pPr indent="-285754" lvl="0" marL="457200" marR="0" rtl="0" algn="l">
              <a:lnSpc>
                <a:spcPct val="104000"/>
              </a:lnSpc>
              <a:spcBef>
                <a:spcPts val="0"/>
              </a:spcBef>
              <a:spcAft>
                <a:spcPts val="0"/>
              </a:spcAft>
              <a:buClr>
                <a:srgbClr val="E5E0DF"/>
              </a:buClr>
              <a:buSzPts val="900"/>
              <a:buFont typeface="Hepta Slab Medium"/>
              <a:buChar char="➔"/>
            </a:pPr>
            <a:r>
              <a:rPr b="0" i="0" lang="en" sz="900" u="none" cap="none" strike="noStrike">
                <a:solidFill>
                  <a:srgbClr val="E5E0DF"/>
                </a:solidFill>
                <a:latin typeface="Hepta Slab Medium"/>
                <a:ea typeface="Hepta Slab Medium"/>
                <a:cs typeface="Hepta Slab Medium"/>
                <a:sym typeface="Hepta Slab Medium"/>
              </a:rPr>
              <a:t>Develop an interactive dashboard for monitoring key operational metrics. </a:t>
            </a:r>
            <a:endParaRPr b="0" i="0" sz="900" u="none" cap="none" strike="noStrike">
              <a:solidFill>
                <a:srgbClr val="000000"/>
              </a:solidFill>
              <a:latin typeface="Hepta Slab Medium"/>
              <a:ea typeface="Hepta Slab Medium"/>
              <a:cs typeface="Hepta Slab Medium"/>
              <a:sym typeface="Hepta Slab Medium"/>
            </a:endParaRPr>
          </a:p>
        </p:txBody>
      </p:sp>
      <p:sp>
        <p:nvSpPr>
          <p:cNvPr id="358" name="Google Shape;358;p3"/>
          <p:cNvSpPr txBox="1"/>
          <p:nvPr>
            <p:ph type="title"/>
          </p:nvPr>
        </p:nvSpPr>
        <p:spPr>
          <a:xfrm>
            <a:off x="535250" y="3961525"/>
            <a:ext cx="8081400" cy="92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SzPts val="3600"/>
              <a:buNone/>
            </a:pPr>
            <a:r>
              <a:t/>
            </a:r>
            <a:endParaRPr sz="1600">
              <a:latin typeface="Hepta Slab SemiBold"/>
              <a:ea typeface="Hepta Slab SemiBold"/>
              <a:cs typeface="Hepta Slab SemiBold"/>
              <a:sym typeface="Hepta Slab SemiBold"/>
            </a:endParaRPr>
          </a:p>
          <a:p>
            <a:pPr indent="0" lvl="0" marL="0" rtl="0" algn="l">
              <a:lnSpc>
                <a:spcPct val="115000"/>
              </a:lnSpc>
              <a:spcBef>
                <a:spcPts val="1400"/>
              </a:spcBef>
              <a:spcAft>
                <a:spcPts val="0"/>
              </a:spcAft>
              <a:buSzPts val="3600"/>
              <a:buNone/>
            </a:pPr>
            <a:r>
              <a:rPr lang="en" sz="1600">
                <a:latin typeface="Hepta Slab SemiBold"/>
                <a:ea typeface="Hepta Slab SemiBold"/>
                <a:cs typeface="Hepta Slab SemiBold"/>
                <a:sym typeface="Hepta Slab SemiBold"/>
              </a:rPr>
              <a:t>Expected Outcome</a:t>
            </a:r>
            <a:endParaRPr sz="1600">
              <a:latin typeface="Hepta Slab SemiBold"/>
              <a:ea typeface="Hepta Slab SemiBold"/>
              <a:cs typeface="Hepta Slab SemiBold"/>
              <a:sym typeface="Hepta Slab SemiBold"/>
            </a:endParaRPr>
          </a:p>
          <a:p>
            <a:pPr indent="0" lvl="0" marL="0" rtl="0" algn="l">
              <a:lnSpc>
                <a:spcPct val="115000"/>
              </a:lnSpc>
              <a:spcBef>
                <a:spcPts val="1200"/>
              </a:spcBef>
              <a:spcAft>
                <a:spcPts val="0"/>
              </a:spcAft>
              <a:buClr>
                <a:schemeClr val="lt1"/>
              </a:buClr>
              <a:buSzPts val="1100"/>
              <a:buFont typeface="Arial"/>
              <a:buNone/>
            </a:pPr>
            <a:r>
              <a:rPr lang="en" sz="1100"/>
              <a:t>Generate insights and recommendations that help improve service quality, operational efficiency, and strategic planning.</a:t>
            </a:r>
            <a:endParaRPr sz="1100"/>
          </a:p>
          <a:p>
            <a:pPr indent="0" lvl="0" marL="0" rtl="0" algn="l">
              <a:lnSpc>
                <a:spcPct val="100000"/>
              </a:lnSpc>
              <a:spcBef>
                <a:spcPts val="1200"/>
              </a:spcBef>
              <a:spcAft>
                <a:spcPts val="0"/>
              </a:spcAft>
              <a:buSzPts val="3600"/>
              <a:buNone/>
            </a:pPr>
            <a:r>
              <a:t/>
            </a:r>
            <a:endParaRPr sz="1400">
              <a:latin typeface="Hepta Slab SemiBold"/>
              <a:ea typeface="Hepta Slab SemiBold"/>
              <a:cs typeface="Hepta Slab SemiBold"/>
              <a:sym typeface="Hepta Slab SemiBold"/>
            </a:endParaRPr>
          </a:p>
        </p:txBody>
      </p:sp>
      <p:sp>
        <p:nvSpPr>
          <p:cNvPr id="359" name="Google Shape;359;p3"/>
          <p:cNvSpPr txBox="1"/>
          <p:nvPr>
            <p:ph type="title"/>
          </p:nvPr>
        </p:nvSpPr>
        <p:spPr>
          <a:xfrm>
            <a:off x="33425" y="0"/>
            <a:ext cx="60438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"What key questions should this analysis answer?"</a:t>
            </a:r>
            <a:endParaRPr sz="1300">
              <a:solidFill>
                <a:srgbClr val="4A86E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sp>
        <p:nvSpPr>
          <p:cNvPr id="364" name="Google Shape;364;p4"/>
          <p:cNvSpPr txBox="1"/>
          <p:nvPr>
            <p:ph idx="1" type="subTitle"/>
          </p:nvPr>
        </p:nvSpPr>
        <p:spPr>
          <a:xfrm>
            <a:off x="4007025" y="250825"/>
            <a:ext cx="4835700" cy="357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3000">
                <a:solidFill>
                  <a:srgbClr val="FF0000"/>
                </a:solidFill>
              </a:rPr>
              <a:t>Dataset Overview</a:t>
            </a:r>
            <a:endParaRPr sz="3000">
              <a:solidFill>
                <a:srgbClr val="FF0000"/>
              </a:solidFill>
            </a:endParaRPr>
          </a:p>
        </p:txBody>
      </p:sp>
      <p:sp>
        <p:nvSpPr>
          <p:cNvPr id="365" name="Google Shape;365;p4"/>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100"/>
              <a:buNone/>
            </a:pPr>
            <a:fld id="{00000000-1234-1234-1234-123412341234}" type="slidenum">
              <a:rPr lang="en"/>
              <a:t>‹#›</a:t>
            </a:fld>
            <a:endParaRPr/>
          </a:p>
        </p:txBody>
      </p:sp>
      <p:sp>
        <p:nvSpPr>
          <p:cNvPr id="366" name="Google Shape;366;p4"/>
          <p:cNvSpPr txBox="1"/>
          <p:nvPr/>
        </p:nvSpPr>
        <p:spPr>
          <a:xfrm>
            <a:off x="358500" y="665638"/>
            <a:ext cx="8541300" cy="1476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0" i="0" lang="en" sz="1300" u="none" cap="none" strike="noStrike">
                <a:solidFill>
                  <a:schemeClr val="dk1"/>
                </a:solidFill>
                <a:latin typeface="Hepta Slab Medium"/>
                <a:ea typeface="Hepta Slab Medium"/>
                <a:cs typeface="Hepta Slab Medium"/>
                <a:sym typeface="Hepta Slab Medium"/>
              </a:rPr>
              <a:t>Dataset Summary</a:t>
            </a:r>
            <a:endParaRPr b="0" i="0" sz="1300" u="none" cap="none" strike="noStrike">
              <a:solidFill>
                <a:schemeClr val="dk1"/>
              </a:solidFill>
              <a:latin typeface="Hepta Slab Medium"/>
              <a:ea typeface="Hepta Slab Medium"/>
              <a:cs typeface="Hepta Slab Medium"/>
              <a:sym typeface="Hepta Slab Medium"/>
            </a:endParaRPr>
          </a:p>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dk1"/>
                </a:solidFill>
                <a:latin typeface="Hepta Slab Medium"/>
                <a:ea typeface="Hepta Slab Medium"/>
                <a:cs typeface="Hepta Slab Medium"/>
                <a:sym typeface="Hepta Slab Medium"/>
              </a:rPr>
              <a:t>The dataset contains 97,498 IT support tickets handled by 50 support agents. It includes ticket categories, issue types, severity levels, resolution performance metrics, and satisfaction ratings, providing a comprehensive view of IT support operations.</a:t>
            </a:r>
            <a:endParaRPr b="0" i="0" sz="1100" u="none" cap="none" strike="noStrike">
              <a:solidFill>
                <a:schemeClr val="dk1"/>
              </a:solidFill>
              <a:latin typeface="Hepta Slab Medium"/>
              <a:ea typeface="Hepta Slab Medium"/>
              <a:cs typeface="Hepta Slab Medium"/>
              <a:sym typeface="Hepta Slab Medium"/>
            </a:endParaRPr>
          </a:p>
          <a:p>
            <a:pPr indent="0" lvl="0" marL="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Hepta Slab Medium"/>
              <a:ea typeface="Hepta Slab Medium"/>
              <a:cs typeface="Hepta Slab Medium"/>
              <a:sym typeface="Hepta Slab Medium"/>
            </a:endParaRPr>
          </a:p>
        </p:txBody>
      </p:sp>
      <p:sp>
        <p:nvSpPr>
          <p:cNvPr id="367" name="Google Shape;367;p4"/>
          <p:cNvSpPr/>
          <p:nvPr/>
        </p:nvSpPr>
        <p:spPr>
          <a:xfrm>
            <a:off x="247975" y="2068700"/>
            <a:ext cx="3472500" cy="2831700"/>
          </a:xfrm>
          <a:prstGeom prst="roundRect">
            <a:avLst>
              <a:gd fmla="val 5837" name="adj"/>
            </a:avLst>
          </a:prstGeom>
          <a:noFill/>
          <a:ln cap="flat" cmpd="sng" w="38100">
            <a:solidFill>
              <a:srgbClr val="FF0000">
                <a:alpha val="23922"/>
              </a:srgbClr>
            </a:solidFill>
            <a:prstDash val="solid"/>
            <a:round/>
            <a:headEnd len="sm" w="sm" type="none"/>
            <a:tailEnd len="sm" w="sm" type="none"/>
          </a:ln>
        </p:spPr>
        <p:txBody>
          <a:bodyPr anchorCtr="0" anchor="ctr" bIns="124550" lIns="124550" spcFirstLastPara="1" rIns="124550" wrap="square" tIns="124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368" name="Google Shape;368;p4"/>
          <p:cNvSpPr/>
          <p:nvPr/>
        </p:nvSpPr>
        <p:spPr>
          <a:xfrm>
            <a:off x="408440" y="2155166"/>
            <a:ext cx="2387400" cy="221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1" i="0" lang="en" sz="1158" u="none" cap="none" strike="noStrike">
                <a:solidFill>
                  <a:srgbClr val="E5E0DF"/>
                </a:solidFill>
                <a:latin typeface="Roboto Light"/>
                <a:ea typeface="Roboto Light"/>
                <a:cs typeface="Roboto Light"/>
                <a:sym typeface="Roboto Light"/>
              </a:rPr>
              <a:t>Metric</a:t>
            </a:r>
            <a:endParaRPr b="0" i="0" sz="1158" u="none" cap="none" strike="noStrike">
              <a:solidFill>
                <a:srgbClr val="000000"/>
              </a:solidFill>
              <a:latin typeface="Arial"/>
              <a:ea typeface="Arial"/>
              <a:cs typeface="Arial"/>
              <a:sym typeface="Arial"/>
            </a:endParaRPr>
          </a:p>
        </p:txBody>
      </p:sp>
      <p:sp>
        <p:nvSpPr>
          <p:cNvPr id="369" name="Google Shape;369;p4"/>
          <p:cNvSpPr/>
          <p:nvPr/>
        </p:nvSpPr>
        <p:spPr>
          <a:xfrm>
            <a:off x="2487290" y="2155166"/>
            <a:ext cx="1695600" cy="221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1" i="0" lang="en" sz="1158" u="none" cap="none" strike="noStrike">
                <a:solidFill>
                  <a:srgbClr val="E5E0DF"/>
                </a:solidFill>
                <a:latin typeface="Roboto Light"/>
                <a:ea typeface="Roboto Light"/>
                <a:cs typeface="Roboto Light"/>
                <a:sym typeface="Roboto Light"/>
              </a:rPr>
              <a:t>Value</a:t>
            </a:r>
            <a:endParaRPr b="0" i="0" sz="1158" u="none" cap="none" strike="noStrike">
              <a:solidFill>
                <a:srgbClr val="000000"/>
              </a:solidFill>
              <a:latin typeface="Arial"/>
              <a:ea typeface="Arial"/>
              <a:cs typeface="Arial"/>
              <a:sym typeface="Arial"/>
            </a:endParaRPr>
          </a:p>
        </p:txBody>
      </p:sp>
      <p:sp>
        <p:nvSpPr>
          <p:cNvPr id="370" name="Google Shape;370;p4"/>
          <p:cNvSpPr/>
          <p:nvPr/>
        </p:nvSpPr>
        <p:spPr>
          <a:xfrm>
            <a:off x="408453" y="2542800"/>
            <a:ext cx="3144000" cy="221100"/>
          </a:xfrm>
          <a:prstGeom prst="rect">
            <a:avLst/>
          </a:prstGeom>
          <a:noFill/>
          <a:ln cap="flat" cmpd="sng" w="9525">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958" u="none" cap="none" strike="noStrike">
                <a:solidFill>
                  <a:srgbClr val="E5E0DF"/>
                </a:solidFill>
                <a:latin typeface="Roboto Light"/>
                <a:ea typeface="Roboto Light"/>
                <a:cs typeface="Roboto Light"/>
                <a:sym typeface="Roboto Light"/>
              </a:rPr>
              <a:t>   Total Tickets</a:t>
            </a:r>
            <a:endParaRPr b="0" i="0" sz="958" u="none" cap="none" strike="noStrike">
              <a:solidFill>
                <a:srgbClr val="000000"/>
              </a:solidFill>
              <a:latin typeface="Arial"/>
              <a:ea typeface="Arial"/>
              <a:cs typeface="Arial"/>
              <a:sym typeface="Arial"/>
            </a:endParaRPr>
          </a:p>
        </p:txBody>
      </p:sp>
      <p:sp>
        <p:nvSpPr>
          <p:cNvPr id="371" name="Google Shape;371;p4"/>
          <p:cNvSpPr/>
          <p:nvPr/>
        </p:nvSpPr>
        <p:spPr>
          <a:xfrm>
            <a:off x="2487290" y="2542795"/>
            <a:ext cx="1695600" cy="221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1158" u="none" cap="none" strike="noStrike">
                <a:solidFill>
                  <a:srgbClr val="E5E0DF"/>
                </a:solidFill>
                <a:latin typeface="Roboto Light"/>
                <a:ea typeface="Roboto Light"/>
                <a:cs typeface="Roboto Light"/>
                <a:sym typeface="Roboto Light"/>
              </a:rPr>
              <a:t>97,498</a:t>
            </a:r>
            <a:endParaRPr b="0" i="0" sz="1158" u="none" cap="none" strike="noStrike">
              <a:solidFill>
                <a:srgbClr val="000000"/>
              </a:solidFill>
              <a:latin typeface="Arial"/>
              <a:ea typeface="Arial"/>
              <a:cs typeface="Arial"/>
              <a:sym typeface="Arial"/>
            </a:endParaRPr>
          </a:p>
        </p:txBody>
      </p:sp>
      <p:sp>
        <p:nvSpPr>
          <p:cNvPr id="372" name="Google Shape;372;p4"/>
          <p:cNvSpPr/>
          <p:nvPr/>
        </p:nvSpPr>
        <p:spPr>
          <a:xfrm>
            <a:off x="408453" y="2930425"/>
            <a:ext cx="3144000" cy="221100"/>
          </a:xfrm>
          <a:prstGeom prst="rect">
            <a:avLst/>
          </a:prstGeom>
          <a:noFill/>
          <a:ln cap="flat" cmpd="sng" w="9525">
            <a:solidFill>
              <a:srgbClr val="99999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958" u="none" cap="none" strike="noStrike">
                <a:solidFill>
                  <a:srgbClr val="E5E0DF"/>
                </a:solidFill>
                <a:latin typeface="Roboto Light"/>
                <a:ea typeface="Roboto Light"/>
                <a:cs typeface="Roboto Light"/>
                <a:sym typeface="Roboto Light"/>
              </a:rPr>
              <a:t>   Total Agents</a:t>
            </a:r>
            <a:endParaRPr b="0" i="0" sz="958" u="none" cap="none" strike="noStrike">
              <a:solidFill>
                <a:srgbClr val="000000"/>
              </a:solidFill>
              <a:latin typeface="Arial"/>
              <a:ea typeface="Arial"/>
              <a:cs typeface="Arial"/>
              <a:sym typeface="Arial"/>
            </a:endParaRPr>
          </a:p>
        </p:txBody>
      </p:sp>
      <p:sp>
        <p:nvSpPr>
          <p:cNvPr id="373" name="Google Shape;373;p4"/>
          <p:cNvSpPr/>
          <p:nvPr/>
        </p:nvSpPr>
        <p:spPr>
          <a:xfrm>
            <a:off x="2487290" y="2930426"/>
            <a:ext cx="1695600" cy="221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1158" u="none" cap="none" strike="noStrike">
                <a:solidFill>
                  <a:srgbClr val="E5E0DF"/>
                </a:solidFill>
                <a:latin typeface="Roboto Light"/>
                <a:ea typeface="Roboto Light"/>
                <a:cs typeface="Roboto Light"/>
                <a:sym typeface="Roboto Light"/>
              </a:rPr>
              <a:t>50</a:t>
            </a:r>
            <a:endParaRPr b="0" i="0" sz="1158" u="none" cap="none" strike="noStrike">
              <a:solidFill>
                <a:srgbClr val="000000"/>
              </a:solidFill>
              <a:latin typeface="Arial"/>
              <a:ea typeface="Arial"/>
              <a:cs typeface="Arial"/>
              <a:sym typeface="Arial"/>
            </a:endParaRPr>
          </a:p>
        </p:txBody>
      </p:sp>
      <p:sp>
        <p:nvSpPr>
          <p:cNvPr id="374" name="Google Shape;374;p4"/>
          <p:cNvSpPr/>
          <p:nvPr/>
        </p:nvSpPr>
        <p:spPr>
          <a:xfrm>
            <a:off x="408453" y="3318050"/>
            <a:ext cx="3144000" cy="221100"/>
          </a:xfrm>
          <a:prstGeom prst="rect">
            <a:avLst/>
          </a:prstGeom>
          <a:noFill/>
          <a:ln cap="flat" cmpd="sng" w="9525">
            <a:solidFill>
              <a:srgbClr val="99999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958" u="none" cap="none" strike="noStrike">
                <a:solidFill>
                  <a:srgbClr val="E5E0DF"/>
                </a:solidFill>
                <a:latin typeface="Roboto Light"/>
                <a:ea typeface="Roboto Light"/>
                <a:cs typeface="Roboto Light"/>
                <a:sym typeface="Roboto Light"/>
              </a:rPr>
              <a:t>   Request Categories</a:t>
            </a:r>
            <a:endParaRPr b="0" i="0" sz="958" u="none" cap="none" strike="noStrike">
              <a:solidFill>
                <a:srgbClr val="000000"/>
              </a:solidFill>
              <a:latin typeface="Arial"/>
              <a:ea typeface="Arial"/>
              <a:cs typeface="Arial"/>
              <a:sym typeface="Arial"/>
            </a:endParaRPr>
          </a:p>
        </p:txBody>
      </p:sp>
      <p:sp>
        <p:nvSpPr>
          <p:cNvPr id="375" name="Google Shape;375;p4"/>
          <p:cNvSpPr/>
          <p:nvPr/>
        </p:nvSpPr>
        <p:spPr>
          <a:xfrm>
            <a:off x="2487290" y="3318055"/>
            <a:ext cx="1695600" cy="221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1158" u="none" cap="none" strike="noStrike">
                <a:solidFill>
                  <a:srgbClr val="E5E0DF"/>
                </a:solidFill>
                <a:latin typeface="Roboto Light"/>
                <a:ea typeface="Roboto Light"/>
                <a:cs typeface="Roboto Light"/>
                <a:sym typeface="Roboto Light"/>
              </a:rPr>
              <a:t>4</a:t>
            </a:r>
            <a:endParaRPr b="0" i="0" sz="1158" u="none" cap="none" strike="noStrike">
              <a:solidFill>
                <a:srgbClr val="000000"/>
              </a:solidFill>
              <a:latin typeface="Arial"/>
              <a:ea typeface="Arial"/>
              <a:cs typeface="Arial"/>
              <a:sym typeface="Arial"/>
            </a:endParaRPr>
          </a:p>
        </p:txBody>
      </p:sp>
      <p:sp>
        <p:nvSpPr>
          <p:cNvPr id="376" name="Google Shape;376;p4"/>
          <p:cNvSpPr/>
          <p:nvPr/>
        </p:nvSpPr>
        <p:spPr>
          <a:xfrm>
            <a:off x="408453" y="3705675"/>
            <a:ext cx="3144000" cy="221100"/>
          </a:xfrm>
          <a:prstGeom prst="rect">
            <a:avLst/>
          </a:prstGeom>
          <a:noFill/>
          <a:ln cap="flat" cmpd="sng" w="9525">
            <a:solidFill>
              <a:srgbClr val="99999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958" u="none" cap="none" strike="noStrike">
                <a:solidFill>
                  <a:srgbClr val="E5E0DF"/>
                </a:solidFill>
                <a:latin typeface="Roboto Light"/>
                <a:ea typeface="Roboto Light"/>
                <a:cs typeface="Roboto Light"/>
                <a:sym typeface="Roboto Light"/>
              </a:rPr>
              <a:t>   Issue Types</a:t>
            </a:r>
            <a:endParaRPr b="0" i="0" sz="958" u="none" cap="none" strike="noStrike">
              <a:solidFill>
                <a:srgbClr val="000000"/>
              </a:solidFill>
              <a:latin typeface="Arial"/>
              <a:ea typeface="Arial"/>
              <a:cs typeface="Arial"/>
              <a:sym typeface="Arial"/>
            </a:endParaRPr>
          </a:p>
        </p:txBody>
      </p:sp>
      <p:sp>
        <p:nvSpPr>
          <p:cNvPr id="377" name="Google Shape;377;p4"/>
          <p:cNvSpPr/>
          <p:nvPr/>
        </p:nvSpPr>
        <p:spPr>
          <a:xfrm>
            <a:off x="2487290" y="3705685"/>
            <a:ext cx="1695600" cy="221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1158" u="none" cap="none" strike="noStrike">
                <a:solidFill>
                  <a:srgbClr val="E5E0DF"/>
                </a:solidFill>
                <a:latin typeface="Roboto Light"/>
                <a:ea typeface="Roboto Light"/>
                <a:cs typeface="Roboto Light"/>
                <a:sym typeface="Roboto Light"/>
              </a:rPr>
              <a:t>2</a:t>
            </a:r>
            <a:endParaRPr b="0" i="0" sz="1158" u="none" cap="none" strike="noStrike">
              <a:solidFill>
                <a:srgbClr val="000000"/>
              </a:solidFill>
              <a:latin typeface="Arial"/>
              <a:ea typeface="Arial"/>
              <a:cs typeface="Arial"/>
              <a:sym typeface="Arial"/>
            </a:endParaRPr>
          </a:p>
        </p:txBody>
      </p:sp>
      <p:sp>
        <p:nvSpPr>
          <p:cNvPr id="378" name="Google Shape;378;p4"/>
          <p:cNvSpPr/>
          <p:nvPr/>
        </p:nvSpPr>
        <p:spPr>
          <a:xfrm>
            <a:off x="408450" y="4093325"/>
            <a:ext cx="3144000" cy="221100"/>
          </a:xfrm>
          <a:prstGeom prst="rect">
            <a:avLst/>
          </a:prstGeom>
          <a:noFill/>
          <a:ln cap="flat" cmpd="sng" w="9525">
            <a:solidFill>
              <a:srgbClr val="99999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958" u="none" cap="none" strike="noStrike">
                <a:solidFill>
                  <a:srgbClr val="E5E0DF"/>
                </a:solidFill>
                <a:latin typeface="Roboto Light"/>
                <a:ea typeface="Roboto Light"/>
                <a:cs typeface="Roboto Light"/>
                <a:sym typeface="Roboto Light"/>
              </a:rPr>
              <a:t>   Avg Resolution Time</a:t>
            </a:r>
            <a:endParaRPr b="0" i="0" sz="958" u="none" cap="none" strike="noStrike">
              <a:solidFill>
                <a:srgbClr val="000000"/>
              </a:solidFill>
              <a:latin typeface="Arial"/>
              <a:ea typeface="Arial"/>
              <a:cs typeface="Arial"/>
              <a:sym typeface="Arial"/>
            </a:endParaRPr>
          </a:p>
        </p:txBody>
      </p:sp>
      <p:sp>
        <p:nvSpPr>
          <p:cNvPr id="379" name="Google Shape;379;p4"/>
          <p:cNvSpPr/>
          <p:nvPr/>
        </p:nvSpPr>
        <p:spPr>
          <a:xfrm>
            <a:off x="2487290" y="4093315"/>
            <a:ext cx="1695600" cy="221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1158" u="none" cap="none" strike="noStrike">
                <a:solidFill>
                  <a:srgbClr val="E5E0DF"/>
                </a:solidFill>
                <a:latin typeface="Roboto Light"/>
                <a:ea typeface="Roboto Light"/>
                <a:cs typeface="Roboto Light"/>
                <a:sym typeface="Roboto Light"/>
              </a:rPr>
              <a:t>4.55 Days</a:t>
            </a:r>
            <a:endParaRPr b="0" i="0" sz="1158" u="none" cap="none" strike="noStrike">
              <a:solidFill>
                <a:srgbClr val="000000"/>
              </a:solidFill>
              <a:latin typeface="Arial"/>
              <a:ea typeface="Arial"/>
              <a:cs typeface="Arial"/>
              <a:sym typeface="Arial"/>
            </a:endParaRPr>
          </a:p>
        </p:txBody>
      </p:sp>
      <p:sp>
        <p:nvSpPr>
          <p:cNvPr id="380" name="Google Shape;380;p4"/>
          <p:cNvSpPr/>
          <p:nvPr/>
        </p:nvSpPr>
        <p:spPr>
          <a:xfrm>
            <a:off x="408450" y="4480950"/>
            <a:ext cx="3144000" cy="221100"/>
          </a:xfrm>
          <a:prstGeom prst="rect">
            <a:avLst/>
          </a:prstGeom>
          <a:noFill/>
          <a:ln cap="flat" cmpd="sng" w="9525">
            <a:solidFill>
              <a:srgbClr val="99999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958" u="none" cap="none" strike="noStrike">
                <a:solidFill>
                  <a:srgbClr val="E5E0DF"/>
                </a:solidFill>
                <a:latin typeface="Roboto Light"/>
                <a:ea typeface="Roboto Light"/>
                <a:cs typeface="Roboto Light"/>
                <a:sym typeface="Roboto Light"/>
              </a:rPr>
              <a:t>   Avg Satisfaction</a:t>
            </a:r>
            <a:endParaRPr b="0" i="0" sz="958" u="none" cap="none" strike="noStrike">
              <a:solidFill>
                <a:srgbClr val="000000"/>
              </a:solidFill>
              <a:latin typeface="Arial"/>
              <a:ea typeface="Arial"/>
              <a:cs typeface="Arial"/>
              <a:sym typeface="Arial"/>
            </a:endParaRPr>
          </a:p>
        </p:txBody>
      </p:sp>
      <p:sp>
        <p:nvSpPr>
          <p:cNvPr id="381" name="Google Shape;381;p4"/>
          <p:cNvSpPr/>
          <p:nvPr/>
        </p:nvSpPr>
        <p:spPr>
          <a:xfrm>
            <a:off x="2487290" y="4480945"/>
            <a:ext cx="1695600" cy="221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5E0DF"/>
              </a:buClr>
              <a:buSzPts val="1158"/>
              <a:buFont typeface="Roboto Light"/>
              <a:buNone/>
            </a:pPr>
            <a:r>
              <a:rPr b="0" i="0" lang="en" sz="1158" u="none" cap="none" strike="noStrike">
                <a:solidFill>
                  <a:srgbClr val="E5E0DF"/>
                </a:solidFill>
                <a:latin typeface="Roboto Light"/>
                <a:ea typeface="Roboto Light"/>
                <a:cs typeface="Roboto Light"/>
                <a:sym typeface="Roboto Light"/>
              </a:rPr>
              <a:t>4.10</a:t>
            </a:r>
            <a:endParaRPr b="0" i="0" sz="1158" u="none" cap="none" strike="noStrike">
              <a:solidFill>
                <a:srgbClr val="000000"/>
              </a:solidFill>
              <a:latin typeface="Arial"/>
              <a:ea typeface="Arial"/>
              <a:cs typeface="Arial"/>
              <a:sym typeface="Arial"/>
            </a:endParaRPr>
          </a:p>
        </p:txBody>
      </p:sp>
      <p:sp>
        <p:nvSpPr>
          <p:cNvPr id="382" name="Google Shape;382;p4"/>
          <p:cNvSpPr/>
          <p:nvPr/>
        </p:nvSpPr>
        <p:spPr>
          <a:xfrm>
            <a:off x="4236283" y="2024450"/>
            <a:ext cx="3047100" cy="176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400"/>
              </a:spcBef>
              <a:spcAft>
                <a:spcPts val="0"/>
              </a:spcAft>
              <a:buClr>
                <a:schemeClr val="lt1"/>
              </a:buClr>
              <a:buSzPts val="1100"/>
              <a:buFont typeface="Arial"/>
              <a:buNone/>
            </a:pPr>
            <a:r>
              <a:rPr b="0" i="0" lang="en" sz="1300" u="none" cap="none" strike="noStrike">
                <a:solidFill>
                  <a:schemeClr val="dk1"/>
                </a:solidFill>
                <a:latin typeface="Hepta Slab Medium"/>
                <a:ea typeface="Hepta Slab Medium"/>
                <a:cs typeface="Hepta Slab Medium"/>
                <a:sym typeface="Hepta Slab Medium"/>
              </a:rPr>
              <a:t>Data Fields Included</a:t>
            </a:r>
            <a:endParaRPr b="0" i="0" sz="1300" u="none" cap="none" strike="noStrike">
              <a:solidFill>
                <a:schemeClr val="dk1"/>
              </a:solidFill>
              <a:latin typeface="Hepta Slab Medium"/>
              <a:ea typeface="Hepta Slab Medium"/>
              <a:cs typeface="Hepta Slab Medium"/>
              <a:sym typeface="Hepta Slab Medium"/>
            </a:endParaRPr>
          </a:p>
          <a:p>
            <a:pPr indent="-298450" lvl="0" marL="457200" marR="0" rtl="0" algn="l">
              <a:lnSpc>
                <a:spcPct val="115000"/>
              </a:lnSpc>
              <a:spcBef>
                <a:spcPts val="1200"/>
              </a:spcBef>
              <a:spcAft>
                <a:spcPts val="0"/>
              </a:spcAft>
              <a:buClr>
                <a:schemeClr val="lt1"/>
              </a:buClr>
              <a:buSzPts val="1100"/>
              <a:buFont typeface="Arial"/>
              <a:buChar char="●"/>
            </a:pPr>
            <a:r>
              <a:t/>
            </a:r>
            <a:endParaRPr b="0" i="0" sz="1100" u="none" cap="none" strike="noStrike">
              <a:solidFill>
                <a:schemeClr val="lt1"/>
              </a:solidFill>
              <a:latin typeface="Arial"/>
              <a:ea typeface="Arial"/>
              <a:cs typeface="Arial"/>
              <a:sym typeface="Arial"/>
            </a:endParaRPr>
          </a:p>
          <a:p>
            <a:pPr indent="0" lvl="0" marL="0" marR="0" rtl="0" algn="l">
              <a:lnSpc>
                <a:spcPct val="104000"/>
              </a:lnSpc>
              <a:spcBef>
                <a:spcPts val="1200"/>
              </a:spcBef>
              <a:spcAft>
                <a:spcPts val="0"/>
              </a:spcAft>
              <a:buClr>
                <a:srgbClr val="F2F2F3"/>
              </a:buClr>
              <a:buSzPts val="1100"/>
              <a:buFont typeface="Poppins Light"/>
              <a:buNone/>
            </a:pPr>
            <a:r>
              <a:t/>
            </a:r>
            <a:endParaRPr b="0" i="0" sz="1100" u="none" cap="none" strike="noStrike">
              <a:solidFill>
                <a:srgbClr val="F2F2F3"/>
              </a:solidFill>
              <a:latin typeface="Poppins Light"/>
              <a:ea typeface="Poppins Light"/>
              <a:cs typeface="Poppins Light"/>
              <a:sym typeface="Poppins Light"/>
            </a:endParaRPr>
          </a:p>
        </p:txBody>
      </p:sp>
      <p:sp>
        <p:nvSpPr>
          <p:cNvPr id="383" name="Google Shape;383;p4"/>
          <p:cNvSpPr/>
          <p:nvPr/>
        </p:nvSpPr>
        <p:spPr>
          <a:xfrm>
            <a:off x="4236270" y="2378248"/>
            <a:ext cx="4300500" cy="550200"/>
          </a:xfrm>
          <a:prstGeom prst="rect">
            <a:avLst/>
          </a:prstGeom>
          <a:noFill/>
          <a:ln>
            <a:noFill/>
          </a:ln>
        </p:spPr>
        <p:txBody>
          <a:bodyPr anchorCtr="0" anchor="t" bIns="0" lIns="0" spcFirstLastPara="1" rIns="0" wrap="square" tIns="0">
            <a:noAutofit/>
          </a:bodyPr>
          <a:lstStyle/>
          <a:p>
            <a:pPr indent="-307975" lvl="0" marL="457200" marR="0" rtl="0" algn="l">
              <a:lnSpc>
                <a:spcPct val="120000"/>
              </a:lnSpc>
              <a:spcBef>
                <a:spcPts val="0"/>
              </a:spcBef>
              <a:spcAft>
                <a:spcPts val="0"/>
              </a:spcAft>
              <a:buClr>
                <a:srgbClr val="E5E0DF"/>
              </a:buClr>
              <a:buSzPts val="1250"/>
              <a:buFont typeface="Roboto Light"/>
              <a:buChar char="•"/>
            </a:pPr>
            <a:r>
              <a:rPr b="0" i="0" lang="en" sz="1250" u="none" cap="none" strike="noStrike">
                <a:solidFill>
                  <a:srgbClr val="E5E0DF"/>
                </a:solidFill>
                <a:latin typeface="Roboto Light"/>
                <a:ea typeface="Roboto Light"/>
                <a:cs typeface="Roboto Light"/>
                <a:sym typeface="Roboto Light"/>
              </a:rPr>
              <a:t>Ticket ID</a:t>
            </a:r>
            <a:endParaRPr b="0" i="0" sz="1250" u="none" cap="none" strike="noStrike">
              <a:solidFill>
                <a:srgbClr val="E5E0DF"/>
              </a:solidFill>
              <a:latin typeface="Roboto Light"/>
              <a:ea typeface="Roboto Light"/>
              <a:cs typeface="Roboto Light"/>
              <a:sym typeface="Roboto Light"/>
            </a:endParaRPr>
          </a:p>
          <a:p>
            <a:pPr indent="-307975" lvl="0" marL="457200" marR="0" rtl="0" algn="l">
              <a:lnSpc>
                <a:spcPct val="120000"/>
              </a:lnSpc>
              <a:spcBef>
                <a:spcPts val="0"/>
              </a:spcBef>
              <a:spcAft>
                <a:spcPts val="0"/>
              </a:spcAft>
              <a:buClr>
                <a:srgbClr val="E5E0DF"/>
              </a:buClr>
              <a:buSzPts val="1250"/>
              <a:buFont typeface="Roboto Light"/>
              <a:buChar char="•"/>
            </a:pPr>
            <a:r>
              <a:rPr b="0" i="0" lang="en" sz="1250" u="none" cap="none" strike="noStrike">
                <a:solidFill>
                  <a:srgbClr val="E5E0DF"/>
                </a:solidFill>
                <a:latin typeface="Roboto Light"/>
                <a:ea typeface="Roboto Light"/>
                <a:cs typeface="Roboto Light"/>
                <a:sym typeface="Roboto Light"/>
              </a:rPr>
              <a:t>Employee ID</a:t>
            </a:r>
            <a:endParaRPr b="0" i="0" sz="1250" u="none" cap="none" strike="noStrike">
              <a:solidFill>
                <a:srgbClr val="E5E0DF"/>
              </a:solidFill>
              <a:latin typeface="Roboto Light"/>
              <a:ea typeface="Roboto Light"/>
              <a:cs typeface="Roboto Light"/>
              <a:sym typeface="Roboto Light"/>
            </a:endParaRPr>
          </a:p>
          <a:p>
            <a:pPr indent="-307975" lvl="0" marL="457200" marR="0" rtl="0" algn="l">
              <a:lnSpc>
                <a:spcPct val="120000"/>
              </a:lnSpc>
              <a:spcBef>
                <a:spcPts val="0"/>
              </a:spcBef>
              <a:spcAft>
                <a:spcPts val="0"/>
              </a:spcAft>
              <a:buClr>
                <a:srgbClr val="E5E0DF"/>
              </a:buClr>
              <a:buSzPts val="1250"/>
              <a:buFont typeface="Roboto Light"/>
              <a:buChar char="•"/>
            </a:pPr>
            <a:r>
              <a:rPr b="0" i="0" lang="en" sz="1250" u="none" cap="none" strike="noStrike">
                <a:solidFill>
                  <a:srgbClr val="E5E0DF"/>
                </a:solidFill>
                <a:latin typeface="Roboto Light"/>
                <a:ea typeface="Roboto Light"/>
                <a:cs typeface="Roboto Light"/>
                <a:sym typeface="Roboto Light"/>
              </a:rPr>
              <a:t>Agent ID</a:t>
            </a:r>
            <a:endParaRPr b="0" i="0" sz="1250" u="none" cap="none" strike="noStrike">
              <a:solidFill>
                <a:srgbClr val="E5E0DF"/>
              </a:solidFill>
              <a:latin typeface="Roboto Light"/>
              <a:ea typeface="Roboto Light"/>
              <a:cs typeface="Roboto Light"/>
              <a:sym typeface="Roboto Light"/>
            </a:endParaRPr>
          </a:p>
          <a:p>
            <a:pPr indent="-307975" lvl="0" marL="457200" marR="0" rtl="0" algn="l">
              <a:lnSpc>
                <a:spcPct val="120000"/>
              </a:lnSpc>
              <a:spcBef>
                <a:spcPts val="0"/>
              </a:spcBef>
              <a:spcAft>
                <a:spcPts val="0"/>
              </a:spcAft>
              <a:buClr>
                <a:srgbClr val="E5E0DF"/>
              </a:buClr>
              <a:buSzPts val="1250"/>
              <a:buFont typeface="Roboto Light"/>
              <a:buChar char="•"/>
            </a:pPr>
            <a:r>
              <a:rPr b="0" i="0" lang="en" sz="1250" u="none" cap="none" strike="noStrike">
                <a:solidFill>
                  <a:srgbClr val="E5E0DF"/>
                </a:solidFill>
                <a:latin typeface="Roboto Light"/>
                <a:ea typeface="Roboto Light"/>
                <a:cs typeface="Roboto Light"/>
                <a:sym typeface="Roboto Light"/>
              </a:rPr>
              <a:t>Request Category</a:t>
            </a:r>
            <a:endParaRPr b="0" i="0" sz="1250" u="none" cap="none" strike="noStrike">
              <a:solidFill>
                <a:srgbClr val="E5E0DF"/>
              </a:solidFill>
              <a:latin typeface="Roboto Light"/>
              <a:ea typeface="Roboto Light"/>
              <a:cs typeface="Roboto Light"/>
              <a:sym typeface="Roboto Light"/>
            </a:endParaRPr>
          </a:p>
          <a:p>
            <a:pPr indent="-307975" lvl="0" marL="457200" marR="0" rtl="0" algn="l">
              <a:lnSpc>
                <a:spcPct val="120000"/>
              </a:lnSpc>
              <a:spcBef>
                <a:spcPts val="0"/>
              </a:spcBef>
              <a:spcAft>
                <a:spcPts val="0"/>
              </a:spcAft>
              <a:buClr>
                <a:srgbClr val="E5E0DF"/>
              </a:buClr>
              <a:buSzPts val="1250"/>
              <a:buFont typeface="Roboto Light"/>
              <a:buChar char="•"/>
            </a:pPr>
            <a:r>
              <a:rPr b="0" i="0" lang="en" sz="1250" u="none" cap="none" strike="noStrike">
                <a:solidFill>
                  <a:srgbClr val="E5E0DF"/>
                </a:solidFill>
                <a:latin typeface="Roboto Light"/>
                <a:ea typeface="Roboto Light"/>
                <a:cs typeface="Roboto Light"/>
                <a:sym typeface="Roboto Light"/>
              </a:rPr>
              <a:t>Issue Type</a:t>
            </a:r>
            <a:endParaRPr b="0" i="0" sz="1250" u="none" cap="none" strike="noStrike">
              <a:solidFill>
                <a:srgbClr val="E5E0DF"/>
              </a:solidFill>
              <a:latin typeface="Roboto Light"/>
              <a:ea typeface="Roboto Light"/>
              <a:cs typeface="Roboto Light"/>
              <a:sym typeface="Roboto Light"/>
            </a:endParaRPr>
          </a:p>
          <a:p>
            <a:pPr indent="-307975" lvl="0" marL="457200" marR="0" rtl="0" algn="l">
              <a:lnSpc>
                <a:spcPct val="120000"/>
              </a:lnSpc>
              <a:spcBef>
                <a:spcPts val="0"/>
              </a:spcBef>
              <a:spcAft>
                <a:spcPts val="0"/>
              </a:spcAft>
              <a:buClr>
                <a:srgbClr val="E5E0DF"/>
              </a:buClr>
              <a:buSzPts val="1250"/>
              <a:buFont typeface="Roboto Light"/>
              <a:buChar char="•"/>
            </a:pPr>
            <a:r>
              <a:rPr b="0" i="0" lang="en" sz="1250" u="none" cap="none" strike="noStrike">
                <a:solidFill>
                  <a:srgbClr val="E5E0DF"/>
                </a:solidFill>
                <a:latin typeface="Roboto Light"/>
                <a:ea typeface="Roboto Light"/>
                <a:cs typeface="Roboto Light"/>
                <a:sym typeface="Roboto Light"/>
              </a:rPr>
              <a:t>Severity</a:t>
            </a:r>
            <a:endParaRPr b="0" i="0" sz="1250" u="none" cap="none" strike="noStrike">
              <a:solidFill>
                <a:srgbClr val="E5E0DF"/>
              </a:solidFill>
              <a:latin typeface="Roboto Light"/>
              <a:ea typeface="Roboto Light"/>
              <a:cs typeface="Roboto Light"/>
              <a:sym typeface="Roboto Light"/>
            </a:endParaRPr>
          </a:p>
          <a:p>
            <a:pPr indent="-307975" lvl="0" marL="457200" marR="0" rtl="0" algn="l">
              <a:lnSpc>
                <a:spcPct val="120000"/>
              </a:lnSpc>
              <a:spcBef>
                <a:spcPts val="0"/>
              </a:spcBef>
              <a:spcAft>
                <a:spcPts val="0"/>
              </a:spcAft>
              <a:buClr>
                <a:srgbClr val="E5E0DF"/>
              </a:buClr>
              <a:buSzPts val="1250"/>
              <a:buFont typeface="Roboto Light"/>
              <a:buChar char="•"/>
            </a:pPr>
            <a:r>
              <a:rPr b="0" i="0" lang="en" sz="1250" u="none" cap="none" strike="noStrike">
                <a:solidFill>
                  <a:srgbClr val="E5E0DF"/>
                </a:solidFill>
                <a:latin typeface="Roboto Light"/>
                <a:ea typeface="Roboto Light"/>
                <a:cs typeface="Roboto Light"/>
                <a:sym typeface="Roboto Light"/>
              </a:rPr>
              <a:t>Priority</a:t>
            </a:r>
            <a:endParaRPr b="0" i="0" sz="1250" u="none" cap="none" strike="noStrike">
              <a:solidFill>
                <a:srgbClr val="E5E0DF"/>
              </a:solidFill>
              <a:latin typeface="Roboto Light"/>
              <a:ea typeface="Roboto Light"/>
              <a:cs typeface="Roboto Light"/>
              <a:sym typeface="Roboto Light"/>
            </a:endParaRPr>
          </a:p>
          <a:p>
            <a:pPr indent="-307975" lvl="0" marL="457200" marR="0" rtl="0" algn="l">
              <a:lnSpc>
                <a:spcPct val="120000"/>
              </a:lnSpc>
              <a:spcBef>
                <a:spcPts val="0"/>
              </a:spcBef>
              <a:spcAft>
                <a:spcPts val="0"/>
              </a:spcAft>
              <a:buClr>
                <a:srgbClr val="E5E0DF"/>
              </a:buClr>
              <a:buSzPts val="1250"/>
              <a:buFont typeface="Roboto Light"/>
              <a:buChar char="•"/>
            </a:pPr>
            <a:r>
              <a:rPr b="0" i="0" lang="en" sz="1250" u="none" cap="none" strike="noStrike">
                <a:solidFill>
                  <a:srgbClr val="E5E0DF"/>
                </a:solidFill>
                <a:latin typeface="Roboto Light"/>
                <a:ea typeface="Roboto Light"/>
                <a:cs typeface="Roboto Light"/>
                <a:sym typeface="Roboto Light"/>
              </a:rPr>
              <a:t>Resolution Time</a:t>
            </a:r>
            <a:endParaRPr b="0" i="0" sz="1250" u="none" cap="none" strike="noStrike">
              <a:solidFill>
                <a:srgbClr val="E5E0DF"/>
              </a:solidFill>
              <a:latin typeface="Roboto Light"/>
              <a:ea typeface="Roboto Light"/>
              <a:cs typeface="Roboto Light"/>
              <a:sym typeface="Roboto Light"/>
            </a:endParaRPr>
          </a:p>
          <a:p>
            <a:pPr indent="-307975" lvl="0" marL="457200" marR="0" rtl="0" algn="l">
              <a:lnSpc>
                <a:spcPct val="120000"/>
              </a:lnSpc>
              <a:spcBef>
                <a:spcPts val="0"/>
              </a:spcBef>
              <a:spcAft>
                <a:spcPts val="0"/>
              </a:spcAft>
              <a:buClr>
                <a:srgbClr val="E5E0DF"/>
              </a:buClr>
              <a:buSzPts val="1250"/>
              <a:buFont typeface="Roboto Light"/>
              <a:buChar char="•"/>
            </a:pPr>
            <a:r>
              <a:rPr b="0" i="0" lang="en" sz="1250" u="none" cap="none" strike="noStrike">
                <a:solidFill>
                  <a:srgbClr val="E5E0DF"/>
                </a:solidFill>
                <a:latin typeface="Roboto Light"/>
                <a:ea typeface="Roboto Light"/>
                <a:cs typeface="Roboto Light"/>
                <a:sym typeface="Roboto Light"/>
              </a:rPr>
              <a:t>Satisfaction Rate</a:t>
            </a:r>
            <a:endParaRPr b="0" i="0" sz="1250" u="none" cap="none" strike="noStrike">
              <a:solidFill>
                <a:srgbClr val="E5E0DF"/>
              </a:solidFill>
              <a:latin typeface="Roboto Light"/>
              <a:ea typeface="Roboto Light"/>
              <a:cs typeface="Roboto Light"/>
              <a:sym typeface="Roboto Light"/>
            </a:endParaRPr>
          </a:p>
        </p:txBody>
      </p:sp>
      <p:sp>
        <p:nvSpPr>
          <p:cNvPr id="384" name="Google Shape;384;p4"/>
          <p:cNvSpPr/>
          <p:nvPr/>
        </p:nvSpPr>
        <p:spPr>
          <a:xfrm>
            <a:off x="4182901" y="4509875"/>
            <a:ext cx="4716900" cy="426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2F2F3"/>
              </a:buClr>
              <a:buSzPts val="1100"/>
              <a:buFont typeface="Poppins Light"/>
              <a:buNone/>
            </a:pPr>
            <a:r>
              <a:t/>
            </a:r>
            <a:endParaRPr b="0" i="0" sz="1100" u="none" cap="none" strike="noStrike">
              <a:solidFill>
                <a:srgbClr val="000000"/>
              </a:solidFill>
              <a:latin typeface="Hepta Slab Medium"/>
              <a:ea typeface="Hepta Slab Medium"/>
              <a:cs typeface="Hepta Slab Medium"/>
              <a:sym typeface="Hepta Slab Medium"/>
            </a:endParaRPr>
          </a:p>
        </p:txBody>
      </p:sp>
      <p:sp>
        <p:nvSpPr>
          <p:cNvPr id="385" name="Google Shape;385;p4"/>
          <p:cNvSpPr txBox="1"/>
          <p:nvPr>
            <p:ph idx="4294967295" type="title"/>
          </p:nvPr>
        </p:nvSpPr>
        <p:spPr>
          <a:xfrm>
            <a:off x="33425" y="0"/>
            <a:ext cx="6043800" cy="30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"What data is available to help us answer these questions?"</a:t>
            </a:r>
            <a:endParaRPr sz="1300">
              <a:solidFill>
                <a:srgbClr val="4A86E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
          <p:cNvSpPr txBox="1"/>
          <p:nvPr>
            <p:ph idx="2" type="title"/>
          </p:nvPr>
        </p:nvSpPr>
        <p:spPr>
          <a:xfrm>
            <a:off x="225600" y="4227100"/>
            <a:ext cx="8692800" cy="422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lt1"/>
              </a:buClr>
              <a:buSzPts val="1100"/>
              <a:buFont typeface="Arial"/>
              <a:buNone/>
            </a:pPr>
            <a:r>
              <a:rPr lang="en" sz="1100">
                <a:solidFill>
                  <a:srgbClr val="FF0000"/>
                </a:solidFill>
              </a:rPr>
              <a:t>Key Insight</a:t>
            </a:r>
            <a:r>
              <a:rPr lang="en" sz="1100">
                <a:solidFill>
                  <a:schemeClr val="dk1"/>
                </a:solidFill>
              </a:rPr>
              <a:t>: The dataset was largely complete, with only a few spelling inconsistencies affecting category labels. These issues were corrected prior to analysis to ensure accurate reporting and visualization.</a:t>
            </a:r>
            <a:endParaRPr sz="1100">
              <a:solidFill>
                <a:schemeClr val="dk1"/>
              </a:solidFill>
            </a:endParaRPr>
          </a:p>
          <a:p>
            <a:pPr indent="0" lvl="0" marL="0" rtl="0" algn="ctr">
              <a:lnSpc>
                <a:spcPct val="100000"/>
              </a:lnSpc>
              <a:spcBef>
                <a:spcPts val="1200"/>
              </a:spcBef>
              <a:spcAft>
                <a:spcPts val="0"/>
              </a:spcAft>
              <a:buSzPts val="12800"/>
              <a:buNone/>
            </a:pPr>
            <a:r>
              <a:t/>
            </a:r>
            <a:endParaRPr sz="1300">
              <a:solidFill>
                <a:schemeClr val="dk1"/>
              </a:solidFill>
              <a:latin typeface="Hepta Slab Medium"/>
              <a:ea typeface="Hepta Slab Medium"/>
              <a:cs typeface="Hepta Slab Medium"/>
              <a:sym typeface="Hepta Slab Medium"/>
            </a:endParaRPr>
          </a:p>
        </p:txBody>
      </p:sp>
      <p:sp>
        <p:nvSpPr>
          <p:cNvPr id="391" name="Google Shape;391;p5"/>
          <p:cNvSpPr txBox="1"/>
          <p:nvPr>
            <p:ph type="title"/>
          </p:nvPr>
        </p:nvSpPr>
        <p:spPr>
          <a:xfrm>
            <a:off x="3847475" y="194825"/>
            <a:ext cx="4935300" cy="48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1900">
                <a:solidFill>
                  <a:srgbClr val="FF0000"/>
                </a:solidFill>
              </a:rPr>
              <a:t>Data Quality Assessment</a:t>
            </a:r>
            <a:endParaRPr sz="1900">
              <a:solidFill>
                <a:srgbClr val="FF0000"/>
              </a:solidFill>
            </a:endParaRPr>
          </a:p>
        </p:txBody>
      </p:sp>
      <p:sp>
        <p:nvSpPr>
          <p:cNvPr id="392" name="Google Shape;392;p5"/>
          <p:cNvSpPr txBox="1"/>
          <p:nvPr>
            <p:ph idx="2" type="title"/>
          </p:nvPr>
        </p:nvSpPr>
        <p:spPr>
          <a:xfrm>
            <a:off x="187575" y="613500"/>
            <a:ext cx="8692800" cy="960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800"/>
              <a:buNone/>
            </a:pPr>
            <a:r>
              <a:rPr lang="en" sz="1300">
                <a:solidFill>
                  <a:schemeClr val="dk1"/>
                </a:solidFill>
                <a:latin typeface="Hepta Slab Medium"/>
                <a:ea typeface="Hepta Slab Medium"/>
                <a:cs typeface="Hepta Slab Medium"/>
                <a:sym typeface="Hepta Slab Medium"/>
              </a:rPr>
              <a:t>Why Data Quality Matters?</a:t>
            </a:r>
            <a:endParaRPr sz="1300">
              <a:solidFill>
                <a:schemeClr val="dk1"/>
              </a:solidFill>
              <a:latin typeface="Hepta Slab Medium"/>
              <a:ea typeface="Hepta Slab Medium"/>
              <a:cs typeface="Hepta Slab Medium"/>
              <a:sym typeface="Hepta Slab Medium"/>
            </a:endParaRPr>
          </a:p>
          <a:p>
            <a:pPr indent="0" lvl="0" marL="0" rtl="0" algn="ctr">
              <a:lnSpc>
                <a:spcPct val="100000"/>
              </a:lnSpc>
              <a:spcBef>
                <a:spcPts val="0"/>
              </a:spcBef>
              <a:spcAft>
                <a:spcPts val="0"/>
              </a:spcAft>
              <a:buSzPts val="12800"/>
              <a:buNone/>
            </a:pPr>
            <a:r>
              <a:t/>
            </a:r>
            <a:endParaRPr sz="1300">
              <a:solidFill>
                <a:schemeClr val="dk1"/>
              </a:solidFill>
              <a:latin typeface="Hepta Slab Medium"/>
              <a:ea typeface="Hepta Slab Medium"/>
              <a:cs typeface="Hepta Slab Medium"/>
              <a:sym typeface="Hepta Slab Medium"/>
            </a:endParaRPr>
          </a:p>
          <a:p>
            <a:pPr indent="0" lvl="0" marL="0" rtl="0" algn="ctr">
              <a:lnSpc>
                <a:spcPct val="100000"/>
              </a:lnSpc>
              <a:spcBef>
                <a:spcPts val="0"/>
              </a:spcBef>
              <a:spcAft>
                <a:spcPts val="0"/>
              </a:spcAft>
              <a:buSzPts val="12800"/>
              <a:buNone/>
            </a:pPr>
            <a:r>
              <a:rPr lang="en" sz="1300">
                <a:solidFill>
                  <a:schemeClr val="dk1"/>
                </a:solidFill>
                <a:latin typeface="Hepta Slab Medium"/>
                <a:ea typeface="Hepta Slab Medium"/>
                <a:cs typeface="Hepta Slab Medium"/>
                <a:sym typeface="Hepta Slab Medium"/>
              </a:rPr>
              <a:t>Before performing any analysis, the dataset was reviewed to ensure that the results would be accurate, reliable, and suitable for business decision-making.</a:t>
            </a:r>
            <a:endParaRPr sz="1300">
              <a:solidFill>
                <a:schemeClr val="dk1"/>
              </a:solidFill>
              <a:latin typeface="Hepta Slab Medium"/>
              <a:ea typeface="Hepta Slab Medium"/>
              <a:cs typeface="Hepta Slab Medium"/>
              <a:sym typeface="Hepta Slab Medium"/>
            </a:endParaRPr>
          </a:p>
        </p:txBody>
      </p:sp>
      <p:sp>
        <p:nvSpPr>
          <p:cNvPr id="393" name="Google Shape;393;p5"/>
          <p:cNvSpPr txBox="1"/>
          <p:nvPr>
            <p:ph idx="2" type="title"/>
          </p:nvPr>
        </p:nvSpPr>
        <p:spPr>
          <a:xfrm>
            <a:off x="230250" y="1422925"/>
            <a:ext cx="8692800" cy="422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lt1"/>
              </a:buClr>
              <a:buSzPts val="1100"/>
              <a:buFont typeface="Arial"/>
              <a:buNone/>
            </a:pPr>
            <a:r>
              <a:rPr lang="en" sz="1100">
                <a:solidFill>
                  <a:srgbClr val="FF0000"/>
                </a:solidFill>
              </a:rPr>
              <a:t>Result</a:t>
            </a:r>
            <a:r>
              <a:rPr lang="en" sz="1100">
                <a:solidFill>
                  <a:schemeClr val="dk1"/>
                </a:solidFill>
              </a:rPr>
              <a:t>: No missing values were detected in any of the analyzed fields.</a:t>
            </a:r>
            <a:endParaRPr sz="1100">
              <a:solidFill>
                <a:schemeClr val="dk1"/>
              </a:solidFill>
            </a:endParaRPr>
          </a:p>
          <a:p>
            <a:pPr indent="0" lvl="0" marL="0" rtl="0" algn="ctr">
              <a:lnSpc>
                <a:spcPct val="100000"/>
              </a:lnSpc>
              <a:spcBef>
                <a:spcPts val="1200"/>
              </a:spcBef>
              <a:spcAft>
                <a:spcPts val="0"/>
              </a:spcAft>
              <a:buSzPts val="12800"/>
              <a:buNone/>
            </a:pPr>
            <a:r>
              <a:t/>
            </a:r>
            <a:endParaRPr sz="1300">
              <a:solidFill>
                <a:schemeClr val="dk1"/>
              </a:solidFill>
              <a:latin typeface="Hepta Slab Medium"/>
              <a:ea typeface="Hepta Slab Medium"/>
              <a:cs typeface="Hepta Slab Medium"/>
              <a:sym typeface="Hepta Slab Medium"/>
            </a:endParaRPr>
          </a:p>
        </p:txBody>
      </p:sp>
      <p:graphicFrame>
        <p:nvGraphicFramePr>
          <p:cNvPr id="394" name="Google Shape;394;p5"/>
          <p:cNvGraphicFramePr/>
          <p:nvPr/>
        </p:nvGraphicFramePr>
        <p:xfrm>
          <a:off x="2109025" y="2310025"/>
          <a:ext cx="3000000" cy="3000000"/>
        </p:xfrm>
        <a:graphic>
          <a:graphicData uri="http://schemas.openxmlformats.org/drawingml/2006/table">
            <a:tbl>
              <a:tblPr>
                <a:noFill/>
                <a:tableStyleId>{194AD23E-C4EC-43F6-968E-5AFA409B75AE}</a:tableStyleId>
              </a:tblPr>
              <a:tblGrid>
                <a:gridCol w="1571550"/>
                <a:gridCol w="2095400"/>
                <a:gridCol w="1268275"/>
              </a:tblGrid>
              <a:tr h="361050">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solidFill>
                            <a:schemeClr val="dk1"/>
                          </a:solidFill>
                        </a:rPr>
                        <a:t>Column</a:t>
                      </a:r>
                      <a:endParaRPr b="1" sz="11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solidFill>
                            <a:schemeClr val="dk1"/>
                          </a:solidFill>
                        </a:rPr>
                        <a:t>Issue</a:t>
                      </a:r>
                      <a:endParaRPr b="1" sz="11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solidFill>
                            <a:schemeClr val="dk1"/>
                          </a:solidFill>
                        </a:rPr>
                        <a:t>Count</a:t>
                      </a:r>
                      <a:endParaRPr b="1" sz="11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4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Severity</a:t>
                      </a:r>
                      <a:endParaRPr sz="14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Unclasified</a:t>
                      </a:r>
                      <a:endParaRPr sz="14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356</a:t>
                      </a:r>
                      <a:endParaRPr sz="14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4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Severity</a:t>
                      </a:r>
                      <a:endParaRPr sz="14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Mayor</a:t>
                      </a:r>
                      <a:endParaRPr sz="14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6,228</a:t>
                      </a:r>
                      <a:endParaRPr sz="14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96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Priority</a:t>
                      </a:r>
                      <a:endParaRPr sz="14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Unassiged</a:t>
                      </a:r>
                      <a:endParaRPr sz="14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29,410</a:t>
                      </a:r>
                      <a:endParaRPr sz="1400" u="none" cap="none" strike="noStrike">
                        <a:solidFill>
                          <a:schemeClr val="dk1"/>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95" name="Google Shape;395;p5"/>
          <p:cNvSpPr txBox="1"/>
          <p:nvPr/>
        </p:nvSpPr>
        <p:spPr>
          <a:xfrm>
            <a:off x="2136900" y="1922000"/>
            <a:ext cx="4870200" cy="4221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200"/>
              </a:spcBef>
              <a:spcAft>
                <a:spcPts val="1200"/>
              </a:spcAft>
              <a:buClr>
                <a:srgbClr val="000000"/>
              </a:buClr>
              <a:buSzPts val="1400"/>
              <a:buFont typeface="Arial"/>
              <a:buNone/>
            </a:pPr>
            <a:r>
              <a:rPr b="0" i="0" lang="en" sz="1400" u="none" cap="none" strike="noStrike">
                <a:solidFill>
                  <a:schemeClr val="dk1"/>
                </a:solidFill>
                <a:latin typeface="Hepta Slab Medium"/>
                <a:ea typeface="Hepta Slab Medium"/>
                <a:cs typeface="Hepta Slab Medium"/>
                <a:sym typeface="Hepta Slab Medium"/>
              </a:rPr>
              <a:t>The following inconsistencies were identified:</a:t>
            </a:r>
            <a:endParaRPr b="0" i="0" sz="1400" u="none" cap="none" strike="noStrike">
              <a:solidFill>
                <a:schemeClr val="dk1"/>
              </a:solidFill>
              <a:latin typeface="Hepta Slab Medium"/>
              <a:ea typeface="Hepta Slab Medium"/>
              <a:cs typeface="Hepta Slab Medium"/>
              <a:sym typeface="Hepta Slab Medium"/>
            </a:endParaRPr>
          </a:p>
        </p:txBody>
      </p:sp>
      <p:sp>
        <p:nvSpPr>
          <p:cNvPr id="396" name="Google Shape;396;p5"/>
          <p:cNvSpPr txBox="1"/>
          <p:nvPr>
            <p:ph type="title"/>
          </p:nvPr>
        </p:nvSpPr>
        <p:spPr>
          <a:xfrm>
            <a:off x="33425" y="0"/>
            <a:ext cx="60438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"Can we trust the data before performing the analysis?"</a:t>
            </a:r>
            <a:endParaRPr sz="1300">
              <a:solidFill>
                <a:srgbClr val="4A86E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0" name="Shape 400"/>
        <p:cNvGrpSpPr/>
        <p:nvPr/>
      </p:nvGrpSpPr>
      <p:grpSpPr>
        <a:xfrm>
          <a:off x="0" y="0"/>
          <a:ext cx="0" cy="0"/>
          <a:chOff x="0" y="0"/>
          <a:chExt cx="0" cy="0"/>
        </a:xfrm>
      </p:grpSpPr>
      <p:sp>
        <p:nvSpPr>
          <p:cNvPr id="401" name="Google Shape;401;p6"/>
          <p:cNvSpPr txBox="1"/>
          <p:nvPr>
            <p:ph idx="1" type="subTitle"/>
          </p:nvPr>
        </p:nvSpPr>
        <p:spPr>
          <a:xfrm>
            <a:off x="4757395" y="250826"/>
            <a:ext cx="3592200" cy="337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3000">
                <a:solidFill>
                  <a:srgbClr val="FF0000"/>
                </a:solidFill>
              </a:rPr>
              <a:t>ACTION TAKEN</a:t>
            </a:r>
            <a:endParaRPr sz="3000">
              <a:solidFill>
                <a:srgbClr val="FF0000"/>
              </a:solidFill>
            </a:endParaRPr>
          </a:p>
          <a:p>
            <a:pPr indent="0" lvl="0" marL="0" rtl="0" algn="l">
              <a:lnSpc>
                <a:spcPct val="100000"/>
              </a:lnSpc>
              <a:spcBef>
                <a:spcPts val="0"/>
              </a:spcBef>
              <a:spcAft>
                <a:spcPts val="0"/>
              </a:spcAft>
              <a:buSzPts val="1400"/>
              <a:buNone/>
            </a:pPr>
            <a:r>
              <a:t/>
            </a:r>
            <a:endParaRPr sz="1600">
              <a:solidFill>
                <a:schemeClr val="dk1"/>
              </a:solidFill>
            </a:endParaRPr>
          </a:p>
        </p:txBody>
      </p:sp>
      <p:sp>
        <p:nvSpPr>
          <p:cNvPr id="402" name="Google Shape;402;p6"/>
          <p:cNvSpPr txBox="1"/>
          <p:nvPr>
            <p:ph idx="2" type="body"/>
          </p:nvPr>
        </p:nvSpPr>
        <p:spPr>
          <a:xfrm>
            <a:off x="0" y="467913"/>
            <a:ext cx="9144000" cy="60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lt1"/>
              </a:buClr>
              <a:buSzPts val="1100"/>
              <a:buFont typeface="Arial"/>
              <a:buNone/>
            </a:pPr>
            <a:r>
              <a:rPr lang="en" u="sng">
                <a:solidFill>
                  <a:srgbClr val="FF0000"/>
                </a:solidFill>
                <a:latin typeface="Hepta Slab Medium"/>
                <a:ea typeface="Hepta Slab Medium"/>
                <a:cs typeface="Hepta Slab Medium"/>
                <a:sym typeface="Hepta Slab Medium"/>
              </a:rPr>
              <a:t>Data Preparation &amp; Cleanin</a:t>
            </a:r>
            <a:r>
              <a:rPr lang="en">
                <a:solidFill>
                  <a:srgbClr val="FF0000"/>
                </a:solidFill>
                <a:latin typeface="Hepta Slab Medium"/>
                <a:ea typeface="Hepta Slab Medium"/>
                <a:cs typeface="Hepta Slab Medium"/>
                <a:sym typeface="Hepta Slab Medium"/>
              </a:rPr>
              <a:t>g</a:t>
            </a:r>
            <a:r>
              <a:rPr lang="en">
                <a:solidFill>
                  <a:schemeClr val="dk1"/>
                </a:solidFill>
                <a:latin typeface="Hepta Slab Medium"/>
                <a:ea typeface="Hepta Slab Medium"/>
                <a:cs typeface="Hepta Slab Medium"/>
                <a:sym typeface="Hepta Slab Medium"/>
              </a:rPr>
              <a:t> :</a:t>
            </a:r>
            <a:br>
              <a:rPr lang="en">
                <a:solidFill>
                  <a:schemeClr val="dk1"/>
                </a:solidFill>
                <a:latin typeface="Hepta Slab Medium"/>
                <a:ea typeface="Hepta Slab Medium"/>
                <a:cs typeface="Hepta Slab Medium"/>
                <a:sym typeface="Hepta Slab Medium"/>
              </a:rPr>
            </a:br>
            <a:r>
              <a:rPr lang="en">
                <a:solidFill>
                  <a:schemeClr val="dk1"/>
                </a:solidFill>
                <a:latin typeface="Hepta Slab Medium"/>
                <a:ea typeface="Hepta Slab Medium"/>
                <a:cs typeface="Hepta Slab Medium"/>
                <a:sym typeface="Hepta Slab Medium"/>
              </a:rPr>
              <a:t>To ensure reliable analysis and accurate reporting, the identified data inconsistencies were corrected before performing calculations, visualizations, and dashboard development.</a:t>
            </a:r>
            <a:endParaRPr>
              <a:solidFill>
                <a:schemeClr val="dk1"/>
              </a:solidFill>
              <a:latin typeface="Hepta Slab Medium"/>
              <a:ea typeface="Hepta Slab Medium"/>
              <a:cs typeface="Hepta Slab Medium"/>
              <a:sym typeface="Hepta Slab Medium"/>
            </a:endParaRPr>
          </a:p>
          <a:p>
            <a:pPr indent="0" lvl="0" marL="0" rtl="0" algn="ctr">
              <a:lnSpc>
                <a:spcPct val="100000"/>
              </a:lnSpc>
              <a:spcBef>
                <a:spcPts val="1200"/>
              </a:spcBef>
              <a:spcAft>
                <a:spcPts val="0"/>
              </a:spcAft>
              <a:buSzPts val="1100"/>
              <a:buNone/>
            </a:pPr>
            <a:r>
              <a:t/>
            </a:r>
            <a:endParaRPr sz="900">
              <a:solidFill>
                <a:schemeClr val="dk1"/>
              </a:solidFill>
            </a:endParaRPr>
          </a:p>
        </p:txBody>
      </p:sp>
      <p:sp>
        <p:nvSpPr>
          <p:cNvPr id="403" name="Google Shape;403;p6"/>
          <p:cNvSpPr txBox="1"/>
          <p:nvPr/>
        </p:nvSpPr>
        <p:spPr>
          <a:xfrm>
            <a:off x="4880375" y="1978350"/>
            <a:ext cx="3959100" cy="346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lt1"/>
                </a:solidFill>
                <a:latin typeface="Hepta Slab Medium"/>
                <a:ea typeface="Hepta Slab Medium"/>
                <a:cs typeface="Hepta Slab Medium"/>
                <a:sym typeface="Hepta Slab Medium"/>
              </a:rPr>
              <a:t>✅ Corrected spelling inconsistencies in Severity and Priority fields.</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p:txBody>
      </p:sp>
      <p:sp>
        <p:nvSpPr>
          <p:cNvPr id="404" name="Google Shape;404;p6"/>
          <p:cNvSpPr txBox="1"/>
          <p:nvPr/>
        </p:nvSpPr>
        <p:spPr>
          <a:xfrm>
            <a:off x="4880375" y="3427950"/>
            <a:ext cx="3959100" cy="3462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1200"/>
              </a:spcBef>
              <a:spcAft>
                <a:spcPts val="0"/>
              </a:spcAft>
              <a:buClr>
                <a:srgbClr val="000000"/>
              </a:buClr>
              <a:buSzPts val="1500"/>
              <a:buFont typeface="Arial"/>
              <a:buNone/>
            </a:pPr>
            <a:r>
              <a:rPr b="0" i="0" lang="en" sz="1500" u="none" cap="none" strike="noStrike">
                <a:solidFill>
                  <a:schemeClr val="lt1"/>
                </a:solidFill>
                <a:latin typeface="Hepta Slab Medium"/>
                <a:ea typeface="Hepta Slab Medium"/>
                <a:cs typeface="Hepta Slab Medium"/>
                <a:sym typeface="Hepta Slab Medium"/>
              </a:rPr>
              <a:t>✅ Prepared the dataset for accurate analysis, reporting, and dashboard creation.</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ctr">
              <a:lnSpc>
                <a:spcPct val="100000"/>
              </a:lnSpc>
              <a:spcBef>
                <a:spcPts val="1200"/>
              </a:spcBef>
              <a:spcAft>
                <a:spcPts val="320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p:txBody>
      </p:sp>
      <p:sp>
        <p:nvSpPr>
          <p:cNvPr id="405" name="Google Shape;405;p6"/>
          <p:cNvSpPr txBox="1"/>
          <p:nvPr/>
        </p:nvSpPr>
        <p:spPr>
          <a:xfrm>
            <a:off x="330600" y="1978350"/>
            <a:ext cx="3959100" cy="24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lt1"/>
                </a:solidFill>
                <a:latin typeface="Hepta Slab Medium"/>
                <a:ea typeface="Hepta Slab Medium"/>
                <a:cs typeface="Hepta Slab Medium"/>
                <a:sym typeface="Hepta Slab Medium"/>
              </a:rPr>
              <a:t>✅ Standardized category names to maintain consistency across records.</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p:txBody>
      </p:sp>
      <p:sp>
        <p:nvSpPr>
          <p:cNvPr id="406" name="Google Shape;406;p6"/>
          <p:cNvSpPr txBox="1"/>
          <p:nvPr/>
        </p:nvSpPr>
        <p:spPr>
          <a:xfrm>
            <a:off x="330600" y="3566075"/>
            <a:ext cx="3959100" cy="346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Hepta Slab Medium"/>
                <a:ea typeface="Hepta Slab Medium"/>
                <a:cs typeface="Hepta Slab Medium"/>
                <a:sym typeface="Hepta Slab Medium"/>
              </a:rPr>
              <a:t>✅ Validated and cleaned categorical data used in pivot tables and charts.</a:t>
            </a:r>
            <a:endParaRPr b="0" i="0" sz="1500" u="none" cap="none" strike="noStrike">
              <a:solidFill>
                <a:schemeClr val="dk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0"/>
              </a:spcAft>
              <a:buClr>
                <a:srgbClr val="000000"/>
              </a:buClr>
              <a:buSzPts val="1500"/>
              <a:buFont typeface="Arial"/>
              <a:buNone/>
            </a:pPr>
            <a:r>
              <a:t/>
            </a:r>
            <a:endParaRPr b="0" i="0" sz="1500" u="none" cap="none" strike="noStrike">
              <a:solidFill>
                <a:schemeClr val="dk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dk1"/>
              </a:solidFill>
              <a:latin typeface="Hepta Slab Medium"/>
              <a:ea typeface="Hepta Slab Medium"/>
              <a:cs typeface="Hepta Slab Medium"/>
              <a:sym typeface="Hepta Slab Medium"/>
            </a:endParaRPr>
          </a:p>
        </p:txBody>
      </p:sp>
      <p:sp>
        <p:nvSpPr>
          <p:cNvPr id="407" name="Google Shape;407;p6"/>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100"/>
              <a:buNone/>
            </a:pPr>
            <a:fld id="{00000000-1234-1234-1234-123412341234}" type="slidenum">
              <a:rPr lang="en"/>
              <a:t>‹#›</a:t>
            </a:fld>
            <a:endParaRPr/>
          </a:p>
        </p:txBody>
      </p:sp>
      <p:sp>
        <p:nvSpPr>
          <p:cNvPr id="408" name="Google Shape;408;p6"/>
          <p:cNvSpPr txBox="1"/>
          <p:nvPr>
            <p:ph idx="2" type="body"/>
          </p:nvPr>
        </p:nvSpPr>
        <p:spPr>
          <a:xfrm>
            <a:off x="163475" y="4429950"/>
            <a:ext cx="8821800" cy="600300"/>
          </a:xfrm>
          <a:prstGeom prst="rect">
            <a:avLst/>
          </a:prstGeom>
          <a:solidFill>
            <a:srgbClr val="66666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0"/>
              </a:spcAft>
              <a:buClr>
                <a:schemeClr val="lt1"/>
              </a:buClr>
              <a:buSzPts val="1100"/>
              <a:buFont typeface="Arial"/>
              <a:buNone/>
            </a:pPr>
            <a:r>
              <a:t/>
            </a:r>
            <a:endParaRPr b="1">
              <a:latin typeface="Hepta Slab"/>
              <a:ea typeface="Hepta Slab"/>
              <a:cs typeface="Hepta Slab"/>
              <a:sym typeface="Hepta Slab"/>
            </a:endParaRPr>
          </a:p>
          <a:p>
            <a:pPr indent="0" lvl="0" marL="0" rtl="0" algn="ctr">
              <a:lnSpc>
                <a:spcPct val="115000"/>
              </a:lnSpc>
              <a:spcBef>
                <a:spcPts val="1200"/>
              </a:spcBef>
              <a:spcAft>
                <a:spcPts val="0"/>
              </a:spcAft>
              <a:buClr>
                <a:schemeClr val="lt1"/>
              </a:buClr>
              <a:buSzPts val="1100"/>
              <a:buFont typeface="Arial"/>
              <a:buNone/>
            </a:pPr>
            <a:r>
              <a:rPr b="1" lang="en">
                <a:latin typeface="Hepta Slab"/>
                <a:ea typeface="Hepta Slab"/>
                <a:cs typeface="Hepta Slab"/>
                <a:sym typeface="Hepta Slab"/>
              </a:rPr>
              <a:t>Key Insight: </a:t>
            </a:r>
            <a:r>
              <a:rPr lang="en">
                <a:solidFill>
                  <a:schemeClr val="dk1"/>
                </a:solidFill>
                <a:latin typeface="Hepta Slab Medium"/>
                <a:ea typeface="Hepta Slab Medium"/>
                <a:cs typeface="Hepta Slab Medium"/>
                <a:sym typeface="Hepta Slab Medium"/>
              </a:rPr>
              <a:t>The cleaned dataset provided a consistent foundation for all subsequent analysis, ensuring that business insights and recommendations were based on accurate data.</a:t>
            </a:r>
            <a:endParaRPr>
              <a:solidFill>
                <a:schemeClr val="dk1"/>
              </a:solidFill>
              <a:latin typeface="Hepta Slab Medium"/>
              <a:ea typeface="Hepta Slab Medium"/>
              <a:cs typeface="Hepta Slab Medium"/>
              <a:sym typeface="Hepta Slab Medium"/>
            </a:endParaRPr>
          </a:p>
          <a:p>
            <a:pPr indent="0" lvl="0" marL="0" rtl="0" algn="ctr">
              <a:lnSpc>
                <a:spcPct val="100000"/>
              </a:lnSpc>
              <a:spcBef>
                <a:spcPts val="1200"/>
              </a:spcBef>
              <a:spcAft>
                <a:spcPts val="0"/>
              </a:spcAft>
              <a:buSzPts val="1100"/>
              <a:buNone/>
            </a:pPr>
            <a:r>
              <a:t/>
            </a:r>
            <a:endParaRPr sz="900">
              <a:solidFill>
                <a:schemeClr val="dk1"/>
              </a:solidFill>
            </a:endParaRPr>
          </a:p>
        </p:txBody>
      </p:sp>
      <p:sp>
        <p:nvSpPr>
          <p:cNvPr id="409" name="Google Shape;409;p6"/>
          <p:cNvSpPr txBox="1"/>
          <p:nvPr>
            <p:ph idx="4294967295" type="title"/>
          </p:nvPr>
        </p:nvSpPr>
        <p:spPr>
          <a:xfrm>
            <a:off x="33425" y="0"/>
            <a:ext cx="6043800" cy="30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"How did we prepare the data for reliable analysis?"</a:t>
            </a:r>
            <a:endParaRPr sz="1300">
              <a:solidFill>
                <a:srgbClr val="4A86E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7"/>
          <p:cNvSpPr/>
          <p:nvPr/>
        </p:nvSpPr>
        <p:spPr>
          <a:xfrm>
            <a:off x="2768075" y="80250"/>
            <a:ext cx="6186300" cy="443100"/>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F2F2F3"/>
              </a:buClr>
              <a:buSzPts val="2750"/>
              <a:buFont typeface="Poppins Light"/>
              <a:buNone/>
            </a:pPr>
            <a:r>
              <a:rPr b="0" i="0" lang="en" sz="3000" u="none" cap="none" strike="noStrike">
                <a:solidFill>
                  <a:srgbClr val="FF0000"/>
                </a:solidFill>
                <a:latin typeface="Hepta Slab SemiBold"/>
                <a:ea typeface="Hepta Slab SemiBold"/>
                <a:cs typeface="Hepta Slab SemiBold"/>
                <a:sym typeface="Hepta Slab SemiBold"/>
              </a:rPr>
              <a:t>Methodology</a:t>
            </a:r>
            <a:br>
              <a:rPr b="0" i="0" lang="en" sz="850" u="none" cap="none" strike="noStrike">
                <a:solidFill>
                  <a:srgbClr val="FF0000"/>
                </a:solidFill>
                <a:latin typeface="Hepta Slab SemiBold"/>
                <a:ea typeface="Hepta Slab SemiBold"/>
                <a:cs typeface="Hepta Slab SemiBold"/>
                <a:sym typeface="Hepta Slab SemiBold"/>
              </a:rPr>
            </a:br>
            <a:r>
              <a:rPr b="0" i="0" lang="en" sz="850" u="none" cap="none" strike="noStrike">
                <a:solidFill>
                  <a:srgbClr val="FF0000"/>
                </a:solidFill>
                <a:latin typeface="Hepta Slab SemiBold"/>
                <a:ea typeface="Hepta Slab SemiBold"/>
                <a:cs typeface="Hepta Slab SemiBold"/>
                <a:sym typeface="Hepta Slab SemiBold"/>
              </a:rPr>
              <a:t>After cleaning and preparing the dataset, analytical techniques were applied to transform raw IT support data into meaningful business insights and support decision-making.</a:t>
            </a:r>
            <a:endParaRPr b="0" i="0" sz="850" u="none" cap="none" strike="noStrike">
              <a:solidFill>
                <a:srgbClr val="FF0000"/>
              </a:solidFill>
              <a:latin typeface="Hepta Slab SemiBold"/>
              <a:ea typeface="Hepta Slab SemiBold"/>
              <a:cs typeface="Hepta Slab SemiBold"/>
              <a:sym typeface="Hepta Slab SemiBold"/>
            </a:endParaRPr>
          </a:p>
        </p:txBody>
      </p:sp>
      <p:sp>
        <p:nvSpPr>
          <p:cNvPr id="415" name="Google Shape;415;p7"/>
          <p:cNvSpPr/>
          <p:nvPr/>
        </p:nvSpPr>
        <p:spPr>
          <a:xfrm>
            <a:off x="239550" y="948150"/>
            <a:ext cx="4272000" cy="1893900"/>
          </a:xfrm>
          <a:prstGeom prst="roundRect">
            <a:avLst>
              <a:gd fmla="val 4273" name="adj"/>
            </a:avLst>
          </a:prstGeom>
          <a:solidFill>
            <a:srgbClr val="3D3D42"/>
          </a:solidFill>
          <a:ln cap="flat" cmpd="sng" w="10150">
            <a:solidFill>
              <a:srgbClr val="56565B"/>
            </a:solidFill>
            <a:prstDash val="solid"/>
            <a:round/>
            <a:headEnd len="sm" w="sm" type="none"/>
            <a:tailEnd len="sm" w="sm" type="none"/>
          </a:ln>
        </p:spPr>
        <p:txBody>
          <a:bodyPr anchorCtr="0" anchor="ctr" bIns="97500" lIns="97500" spcFirstLastPara="1" rIns="97500" wrap="square" tIns="97500">
            <a:noAutofit/>
          </a:bodyPr>
          <a:lstStyle/>
          <a:p>
            <a:pPr indent="0" lvl="0" marL="0" marR="0" rtl="0" algn="l">
              <a:lnSpc>
                <a:spcPct val="100000"/>
              </a:lnSpc>
              <a:spcBef>
                <a:spcPts val="0"/>
              </a:spcBef>
              <a:spcAft>
                <a:spcPts val="0"/>
              </a:spcAft>
              <a:buClr>
                <a:srgbClr val="000000"/>
              </a:buClr>
              <a:buSzPts val="1493"/>
              <a:buFont typeface="Arial"/>
              <a:buNone/>
            </a:pPr>
            <a:r>
              <a:t/>
            </a:r>
            <a:endParaRPr b="0" i="0" sz="1493" u="none" cap="none" strike="noStrike">
              <a:solidFill>
                <a:srgbClr val="000000"/>
              </a:solidFill>
              <a:latin typeface="Arial"/>
              <a:ea typeface="Arial"/>
              <a:cs typeface="Arial"/>
              <a:sym typeface="Arial"/>
            </a:endParaRPr>
          </a:p>
        </p:txBody>
      </p:sp>
      <p:sp>
        <p:nvSpPr>
          <p:cNvPr id="416" name="Google Shape;416;p7"/>
          <p:cNvSpPr/>
          <p:nvPr/>
        </p:nvSpPr>
        <p:spPr>
          <a:xfrm>
            <a:off x="1274824" y="1028025"/>
            <a:ext cx="3080100" cy="276600"/>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E5E0DF"/>
              </a:buClr>
              <a:buSzPts val="1440"/>
              <a:buFont typeface="Poppins Light"/>
              <a:buNone/>
            </a:pPr>
            <a:r>
              <a:rPr b="0" i="0" lang="en" sz="1440" u="none" cap="none" strike="noStrike">
                <a:solidFill>
                  <a:srgbClr val="E5E0DF"/>
                </a:solidFill>
                <a:latin typeface="Hepta Slab SemiBold"/>
                <a:ea typeface="Hepta Slab SemiBold"/>
                <a:cs typeface="Hepta Slab SemiBold"/>
                <a:sym typeface="Hepta Slab SemiBold"/>
              </a:rPr>
              <a:t>Data Preparation </a:t>
            </a:r>
            <a:endParaRPr b="0" i="0" sz="1440" u="none" cap="none" strike="noStrike">
              <a:solidFill>
                <a:srgbClr val="000000"/>
              </a:solidFill>
              <a:latin typeface="Hepta Slab SemiBold"/>
              <a:ea typeface="Hepta Slab SemiBold"/>
              <a:cs typeface="Hepta Slab SemiBold"/>
              <a:sym typeface="Hepta Slab SemiBold"/>
            </a:endParaRPr>
          </a:p>
        </p:txBody>
      </p:sp>
      <p:sp>
        <p:nvSpPr>
          <p:cNvPr id="417" name="Google Shape;417;p7"/>
          <p:cNvSpPr/>
          <p:nvPr/>
        </p:nvSpPr>
        <p:spPr>
          <a:xfrm>
            <a:off x="395825" y="1304625"/>
            <a:ext cx="4115700" cy="1201200"/>
          </a:xfrm>
          <a:prstGeom prst="rect">
            <a:avLst/>
          </a:prstGeom>
          <a:noFill/>
          <a:ln>
            <a:noFill/>
          </a:ln>
        </p:spPr>
        <p:txBody>
          <a:bodyPr anchorCtr="0" anchor="t" bIns="0" lIns="0" spcFirstLastPara="1" rIns="0" wrap="square" tIns="0">
            <a:noAutofit/>
          </a:bodyPr>
          <a:lstStyle/>
          <a:p>
            <a:pPr indent="-290401" lvl="0" marL="457200" marR="0" rtl="0" algn="l">
              <a:lnSpc>
                <a:spcPct val="115000"/>
              </a:lnSpc>
              <a:spcBef>
                <a:spcPts val="0"/>
              </a:spcBef>
              <a:spcAft>
                <a:spcPts val="0"/>
              </a:spcAft>
              <a:buClr>
                <a:schemeClr val="dk1"/>
              </a:buClr>
              <a:buSzPts val="973"/>
              <a:buFont typeface="Hepta Slab"/>
              <a:buAutoNum type="arabicPeriod"/>
            </a:pPr>
            <a:r>
              <a:rPr b="0" i="0" lang="en" sz="973" u="none" cap="none" strike="noStrike">
                <a:solidFill>
                  <a:schemeClr val="dk1"/>
                </a:solidFill>
                <a:latin typeface="Hepta Slab"/>
                <a:ea typeface="Hepta Slab"/>
                <a:cs typeface="Hepta Slab"/>
                <a:sym typeface="Hepta Slab"/>
              </a:rPr>
              <a:t>Validated data quality and corrected inconsistencies.</a:t>
            </a:r>
            <a:endParaRPr b="0" i="0" sz="973" u="none" cap="none" strike="noStrike">
              <a:solidFill>
                <a:schemeClr val="dk1"/>
              </a:solidFill>
              <a:latin typeface="Hepta Slab"/>
              <a:ea typeface="Hepta Slab"/>
              <a:cs typeface="Hepta Slab"/>
              <a:sym typeface="Hepta Slab"/>
            </a:endParaRPr>
          </a:p>
          <a:p>
            <a:pPr indent="-290401" lvl="0" marL="457200" marR="0" rtl="0" algn="l">
              <a:lnSpc>
                <a:spcPct val="115000"/>
              </a:lnSpc>
              <a:spcBef>
                <a:spcPts val="0"/>
              </a:spcBef>
              <a:spcAft>
                <a:spcPts val="0"/>
              </a:spcAft>
              <a:buClr>
                <a:schemeClr val="dk1"/>
              </a:buClr>
              <a:buSzPts val="973"/>
              <a:buFont typeface="Hepta Slab"/>
              <a:buAutoNum type="arabicPeriod"/>
            </a:pPr>
            <a:r>
              <a:rPr b="0" i="0" lang="en" sz="973" u="none" cap="none" strike="noStrike">
                <a:solidFill>
                  <a:schemeClr val="dk1"/>
                </a:solidFill>
                <a:latin typeface="Hepta Slab"/>
                <a:ea typeface="Hepta Slab"/>
                <a:cs typeface="Hepta Slab"/>
                <a:sym typeface="Hepta Slab"/>
              </a:rPr>
              <a:t>Standardized categorical fields for accurate reporting.</a:t>
            </a:r>
            <a:endParaRPr b="0" i="0" sz="973" u="none" cap="none" strike="noStrike">
              <a:solidFill>
                <a:schemeClr val="dk1"/>
              </a:solidFill>
              <a:latin typeface="Hepta Slab"/>
              <a:ea typeface="Hepta Slab"/>
              <a:cs typeface="Hepta Slab"/>
              <a:sym typeface="Hepta Slab"/>
            </a:endParaRPr>
          </a:p>
          <a:p>
            <a:pPr indent="-290401" lvl="0" marL="457200" marR="0" rtl="0" algn="l">
              <a:lnSpc>
                <a:spcPct val="115000"/>
              </a:lnSpc>
              <a:spcBef>
                <a:spcPts val="0"/>
              </a:spcBef>
              <a:spcAft>
                <a:spcPts val="0"/>
              </a:spcAft>
              <a:buClr>
                <a:schemeClr val="dk1"/>
              </a:buClr>
              <a:buSzPts val="973"/>
              <a:buFont typeface="Hepta Slab"/>
              <a:buAutoNum type="arabicPeriod"/>
            </a:pPr>
            <a:r>
              <a:rPr b="0" i="0" lang="en" sz="973" u="none" cap="none" strike="noStrike">
                <a:solidFill>
                  <a:schemeClr val="dk1"/>
                </a:solidFill>
                <a:latin typeface="Hepta Slab"/>
                <a:ea typeface="Hepta Slab"/>
                <a:cs typeface="Hepta Slab"/>
                <a:sym typeface="Hepta Slab"/>
              </a:rPr>
              <a:t>Enriched the dataset using lookup functions.</a:t>
            </a:r>
            <a:endParaRPr b="0" i="0" sz="973" u="none" cap="none" strike="noStrike">
              <a:solidFill>
                <a:schemeClr val="dk1"/>
              </a:solidFill>
              <a:latin typeface="Hepta Slab"/>
              <a:ea typeface="Hepta Slab"/>
              <a:cs typeface="Hepta Slab"/>
              <a:sym typeface="Hepta Slab"/>
            </a:endParaRPr>
          </a:p>
          <a:p>
            <a:pPr indent="-290401" lvl="0" marL="457200" marR="0" rtl="0" algn="l">
              <a:lnSpc>
                <a:spcPct val="115000"/>
              </a:lnSpc>
              <a:spcBef>
                <a:spcPts val="0"/>
              </a:spcBef>
              <a:spcAft>
                <a:spcPts val="0"/>
              </a:spcAft>
              <a:buClr>
                <a:schemeClr val="dk1"/>
              </a:buClr>
              <a:buSzPts val="973"/>
              <a:buFont typeface="Hepta Slab"/>
              <a:buAutoNum type="arabicPeriod"/>
            </a:pPr>
            <a:r>
              <a:rPr b="0" i="0" lang="en" sz="973" u="none" cap="none" strike="noStrike">
                <a:solidFill>
                  <a:schemeClr val="dk1"/>
                </a:solidFill>
                <a:latin typeface="Hepta Slab"/>
                <a:ea typeface="Hepta Slab"/>
                <a:cs typeface="Hepta Slab"/>
                <a:sym typeface="Hepta Slab"/>
              </a:rPr>
              <a:t>Created helper columns to support analysis and trend tracking.</a:t>
            </a:r>
            <a:endParaRPr b="0" i="0" sz="973" u="none" cap="none" strike="noStrike">
              <a:solidFill>
                <a:schemeClr val="dk1"/>
              </a:solidFill>
              <a:latin typeface="Hepta Slab"/>
              <a:ea typeface="Hepta Slab"/>
              <a:cs typeface="Hepta Slab"/>
              <a:sym typeface="Hepta Slab"/>
            </a:endParaRPr>
          </a:p>
          <a:p>
            <a:pPr indent="-290401" lvl="0" marL="457200" marR="0" rtl="0" algn="l">
              <a:lnSpc>
                <a:spcPct val="115000"/>
              </a:lnSpc>
              <a:spcBef>
                <a:spcPts val="0"/>
              </a:spcBef>
              <a:spcAft>
                <a:spcPts val="0"/>
              </a:spcAft>
              <a:buClr>
                <a:schemeClr val="dk1"/>
              </a:buClr>
              <a:buSzPts val="973"/>
              <a:buFont typeface="Hepta Slab"/>
              <a:buAutoNum type="arabicPeriod"/>
            </a:pPr>
            <a:r>
              <a:rPr b="0" i="0" lang="en" sz="973" u="none" cap="none" strike="noStrike">
                <a:solidFill>
                  <a:schemeClr val="dk1"/>
                </a:solidFill>
                <a:latin typeface="Hepta Slab"/>
                <a:ea typeface="Hepta Slab"/>
                <a:cs typeface="Hepta Slab"/>
                <a:sym typeface="Hepta Slab"/>
              </a:rPr>
              <a:t>Developed pivot tables and KPI calculations for reporting.</a:t>
            </a:r>
            <a:endParaRPr b="0" i="0" sz="973" u="none" cap="none" strike="noStrike">
              <a:solidFill>
                <a:schemeClr val="dk1"/>
              </a:solidFill>
              <a:latin typeface="Hepta Slab"/>
              <a:ea typeface="Hepta Slab"/>
              <a:cs typeface="Hepta Slab"/>
              <a:sym typeface="Hepta Slab"/>
            </a:endParaRPr>
          </a:p>
        </p:txBody>
      </p:sp>
      <p:sp>
        <p:nvSpPr>
          <p:cNvPr id="418" name="Google Shape;418;p7"/>
          <p:cNvSpPr/>
          <p:nvPr/>
        </p:nvSpPr>
        <p:spPr>
          <a:xfrm>
            <a:off x="4682350" y="948150"/>
            <a:ext cx="4272000" cy="1893900"/>
          </a:xfrm>
          <a:prstGeom prst="roundRect">
            <a:avLst>
              <a:gd fmla="val 4273" name="adj"/>
            </a:avLst>
          </a:prstGeom>
          <a:solidFill>
            <a:srgbClr val="3D3D42"/>
          </a:solidFill>
          <a:ln cap="flat" cmpd="sng" w="10150">
            <a:solidFill>
              <a:srgbClr val="56565B"/>
            </a:solidFill>
            <a:prstDash val="solid"/>
            <a:round/>
            <a:headEnd len="sm" w="sm" type="none"/>
            <a:tailEnd len="sm" w="sm" type="none"/>
          </a:ln>
        </p:spPr>
        <p:txBody>
          <a:bodyPr anchorCtr="0" anchor="ctr" bIns="97500" lIns="97500" spcFirstLastPara="1" rIns="97500" wrap="square" tIns="97500">
            <a:noAutofit/>
          </a:bodyPr>
          <a:lstStyle/>
          <a:p>
            <a:pPr indent="0" lvl="0" marL="0" marR="0" rtl="0" algn="l">
              <a:lnSpc>
                <a:spcPct val="100000"/>
              </a:lnSpc>
              <a:spcBef>
                <a:spcPts val="0"/>
              </a:spcBef>
              <a:spcAft>
                <a:spcPts val="0"/>
              </a:spcAft>
              <a:buClr>
                <a:srgbClr val="000000"/>
              </a:buClr>
              <a:buSzPts val="1493"/>
              <a:buFont typeface="Arial"/>
              <a:buNone/>
            </a:pPr>
            <a:r>
              <a:t/>
            </a:r>
            <a:endParaRPr b="0" i="0" sz="1493" u="none" cap="none" strike="noStrike">
              <a:solidFill>
                <a:srgbClr val="000000"/>
              </a:solidFill>
              <a:latin typeface="Arial"/>
              <a:ea typeface="Arial"/>
              <a:cs typeface="Arial"/>
              <a:sym typeface="Arial"/>
            </a:endParaRPr>
          </a:p>
        </p:txBody>
      </p:sp>
      <p:sp>
        <p:nvSpPr>
          <p:cNvPr id="419" name="Google Shape;419;p7"/>
          <p:cNvSpPr/>
          <p:nvPr/>
        </p:nvSpPr>
        <p:spPr>
          <a:xfrm>
            <a:off x="4682350" y="2956850"/>
            <a:ext cx="4272000" cy="1893900"/>
          </a:xfrm>
          <a:prstGeom prst="roundRect">
            <a:avLst>
              <a:gd fmla="val 4273" name="adj"/>
            </a:avLst>
          </a:prstGeom>
          <a:solidFill>
            <a:srgbClr val="3D3D42"/>
          </a:solidFill>
          <a:ln cap="flat" cmpd="sng" w="10150">
            <a:solidFill>
              <a:srgbClr val="56565B"/>
            </a:solidFill>
            <a:prstDash val="solid"/>
            <a:round/>
            <a:headEnd len="sm" w="sm" type="none"/>
            <a:tailEnd len="sm" w="sm" type="none"/>
          </a:ln>
        </p:spPr>
        <p:txBody>
          <a:bodyPr anchorCtr="0" anchor="ctr" bIns="97500" lIns="97500" spcFirstLastPara="1" rIns="97500" wrap="square" tIns="97500">
            <a:noAutofit/>
          </a:bodyPr>
          <a:lstStyle/>
          <a:p>
            <a:pPr indent="0" lvl="0" marL="0" marR="0" rtl="0" algn="l">
              <a:lnSpc>
                <a:spcPct val="100000"/>
              </a:lnSpc>
              <a:spcBef>
                <a:spcPts val="0"/>
              </a:spcBef>
              <a:spcAft>
                <a:spcPts val="0"/>
              </a:spcAft>
              <a:buClr>
                <a:srgbClr val="000000"/>
              </a:buClr>
              <a:buSzPts val="1493"/>
              <a:buFont typeface="Arial"/>
              <a:buNone/>
            </a:pPr>
            <a:r>
              <a:t/>
            </a:r>
            <a:endParaRPr b="0" i="0" sz="1493" u="none" cap="none" strike="noStrike">
              <a:solidFill>
                <a:srgbClr val="000000"/>
              </a:solidFill>
              <a:latin typeface="Arial"/>
              <a:ea typeface="Arial"/>
              <a:cs typeface="Arial"/>
              <a:sym typeface="Arial"/>
            </a:endParaRPr>
          </a:p>
        </p:txBody>
      </p:sp>
      <p:sp>
        <p:nvSpPr>
          <p:cNvPr id="420" name="Google Shape;420;p7"/>
          <p:cNvSpPr/>
          <p:nvPr/>
        </p:nvSpPr>
        <p:spPr>
          <a:xfrm>
            <a:off x="239550" y="2956850"/>
            <a:ext cx="4272000" cy="1893900"/>
          </a:xfrm>
          <a:prstGeom prst="roundRect">
            <a:avLst>
              <a:gd fmla="val 4273" name="adj"/>
            </a:avLst>
          </a:prstGeom>
          <a:solidFill>
            <a:srgbClr val="3D3D42"/>
          </a:solidFill>
          <a:ln cap="flat" cmpd="sng" w="10150">
            <a:solidFill>
              <a:srgbClr val="56565B"/>
            </a:solidFill>
            <a:prstDash val="solid"/>
            <a:round/>
            <a:headEnd len="sm" w="sm" type="none"/>
            <a:tailEnd len="sm" w="sm" type="none"/>
          </a:ln>
        </p:spPr>
        <p:txBody>
          <a:bodyPr anchorCtr="0" anchor="ctr" bIns="97500" lIns="97500" spcFirstLastPara="1" rIns="97500" wrap="square" tIns="97500">
            <a:noAutofit/>
          </a:bodyPr>
          <a:lstStyle/>
          <a:p>
            <a:pPr indent="0" lvl="0" marL="0" marR="0" rtl="0" algn="l">
              <a:lnSpc>
                <a:spcPct val="100000"/>
              </a:lnSpc>
              <a:spcBef>
                <a:spcPts val="0"/>
              </a:spcBef>
              <a:spcAft>
                <a:spcPts val="0"/>
              </a:spcAft>
              <a:buClr>
                <a:srgbClr val="000000"/>
              </a:buClr>
              <a:buSzPts val="1493"/>
              <a:buFont typeface="Arial"/>
              <a:buNone/>
            </a:pPr>
            <a:r>
              <a:t/>
            </a:r>
            <a:endParaRPr b="0" i="0" sz="1493" u="none" cap="none" strike="noStrike">
              <a:solidFill>
                <a:srgbClr val="000000"/>
              </a:solidFill>
              <a:latin typeface="Arial"/>
              <a:ea typeface="Arial"/>
              <a:cs typeface="Arial"/>
              <a:sym typeface="Arial"/>
            </a:endParaRPr>
          </a:p>
        </p:txBody>
      </p:sp>
      <p:sp>
        <p:nvSpPr>
          <p:cNvPr id="421" name="Google Shape;421;p7"/>
          <p:cNvSpPr/>
          <p:nvPr/>
        </p:nvSpPr>
        <p:spPr>
          <a:xfrm>
            <a:off x="5717799" y="1028025"/>
            <a:ext cx="3080100" cy="276600"/>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E5E0DF"/>
              </a:buClr>
              <a:buSzPts val="1440"/>
              <a:buFont typeface="Poppins Light"/>
              <a:buNone/>
            </a:pPr>
            <a:r>
              <a:rPr b="0" i="0" lang="en" sz="1440" u="none" cap="none" strike="noStrike">
                <a:solidFill>
                  <a:srgbClr val="E5E0DF"/>
                </a:solidFill>
                <a:latin typeface="Hepta Slab SemiBold"/>
                <a:ea typeface="Hepta Slab SemiBold"/>
                <a:cs typeface="Hepta Slab SemiBold"/>
                <a:sym typeface="Hepta Slab SemiBold"/>
              </a:rPr>
              <a:t>Key Helper Columns Created</a:t>
            </a:r>
            <a:endParaRPr b="0" i="0" sz="1440" u="none" cap="none" strike="noStrike">
              <a:solidFill>
                <a:srgbClr val="000000"/>
              </a:solidFill>
              <a:latin typeface="Hepta Slab SemiBold"/>
              <a:ea typeface="Hepta Slab SemiBold"/>
              <a:cs typeface="Hepta Slab SemiBold"/>
              <a:sym typeface="Hepta Slab SemiBold"/>
            </a:endParaRPr>
          </a:p>
        </p:txBody>
      </p:sp>
      <p:sp>
        <p:nvSpPr>
          <p:cNvPr id="422" name="Google Shape;422;p7"/>
          <p:cNvSpPr/>
          <p:nvPr/>
        </p:nvSpPr>
        <p:spPr>
          <a:xfrm>
            <a:off x="4838800" y="1370539"/>
            <a:ext cx="3959100" cy="1201200"/>
          </a:xfrm>
          <a:prstGeom prst="rect">
            <a:avLst/>
          </a:prstGeom>
          <a:noFill/>
          <a:ln>
            <a:noFill/>
          </a:ln>
        </p:spPr>
        <p:txBody>
          <a:bodyPr anchorCtr="0" anchor="t" bIns="0" lIns="0" spcFirstLastPara="1" rIns="0" wrap="square" tIns="0">
            <a:noAutofit/>
          </a:bodyPr>
          <a:lstStyle/>
          <a:p>
            <a:pPr indent="-303101" lvl="0" marL="457200" marR="0" rtl="0" algn="l">
              <a:lnSpc>
                <a:spcPct val="133000"/>
              </a:lnSpc>
              <a:spcBef>
                <a:spcPts val="0"/>
              </a:spcBef>
              <a:spcAft>
                <a:spcPts val="0"/>
              </a:spcAft>
              <a:buClr>
                <a:schemeClr val="dk1"/>
              </a:buClr>
              <a:buSzPts val="1173"/>
              <a:buFont typeface="Hepta Slab"/>
              <a:buAutoNum type="arabicPeriod"/>
            </a:pPr>
            <a:r>
              <a:rPr b="0" i="0" lang="en" sz="1173" u="none" cap="none" strike="noStrike">
                <a:solidFill>
                  <a:schemeClr val="dk1"/>
                </a:solidFill>
                <a:latin typeface="Hepta Slab"/>
                <a:ea typeface="Hepta Slab"/>
                <a:cs typeface="Hepta Slab"/>
                <a:sym typeface="Hepta Slab"/>
              </a:rPr>
              <a:t>Agent Name</a:t>
            </a:r>
            <a:endParaRPr b="0" i="0" sz="1173" u="none" cap="none" strike="noStrike">
              <a:solidFill>
                <a:schemeClr val="dk1"/>
              </a:solidFill>
              <a:latin typeface="Hepta Slab"/>
              <a:ea typeface="Hepta Slab"/>
              <a:cs typeface="Hepta Slab"/>
              <a:sym typeface="Hepta Slab"/>
            </a:endParaRPr>
          </a:p>
          <a:p>
            <a:pPr indent="-303101" lvl="0" marL="457200" marR="0" rtl="0" algn="l">
              <a:lnSpc>
                <a:spcPct val="133000"/>
              </a:lnSpc>
              <a:spcBef>
                <a:spcPts val="0"/>
              </a:spcBef>
              <a:spcAft>
                <a:spcPts val="0"/>
              </a:spcAft>
              <a:buClr>
                <a:schemeClr val="dk1"/>
              </a:buClr>
              <a:buSzPts val="1173"/>
              <a:buFont typeface="Hepta Slab"/>
              <a:buAutoNum type="arabicPeriod"/>
            </a:pPr>
            <a:r>
              <a:rPr b="0" i="0" lang="en" sz="1173" u="none" cap="none" strike="noStrike">
                <a:solidFill>
                  <a:schemeClr val="dk1"/>
                </a:solidFill>
                <a:latin typeface="Hepta Slab"/>
                <a:ea typeface="Hepta Slab"/>
                <a:cs typeface="Hepta Slab"/>
                <a:sym typeface="Hepta Slab"/>
              </a:rPr>
              <a:t>Age</a:t>
            </a:r>
            <a:endParaRPr b="0" i="0" sz="1173" u="none" cap="none" strike="noStrike">
              <a:solidFill>
                <a:schemeClr val="dk1"/>
              </a:solidFill>
              <a:latin typeface="Hepta Slab"/>
              <a:ea typeface="Hepta Slab"/>
              <a:cs typeface="Hepta Slab"/>
              <a:sym typeface="Hepta Slab"/>
            </a:endParaRPr>
          </a:p>
          <a:p>
            <a:pPr indent="-303101" lvl="0" marL="457200" marR="0" rtl="0" algn="l">
              <a:lnSpc>
                <a:spcPct val="133000"/>
              </a:lnSpc>
              <a:spcBef>
                <a:spcPts val="0"/>
              </a:spcBef>
              <a:spcAft>
                <a:spcPts val="0"/>
              </a:spcAft>
              <a:buClr>
                <a:schemeClr val="dk1"/>
              </a:buClr>
              <a:buSzPts val="1173"/>
              <a:buFont typeface="Hepta Slab"/>
              <a:buAutoNum type="arabicPeriod"/>
            </a:pPr>
            <a:r>
              <a:rPr b="0" i="0" lang="en" sz="1173" u="none" cap="none" strike="noStrike">
                <a:solidFill>
                  <a:schemeClr val="dk1"/>
                </a:solidFill>
                <a:latin typeface="Hepta Slab"/>
                <a:ea typeface="Hepta Slab"/>
                <a:cs typeface="Hepta Slab"/>
                <a:sym typeface="Hepta Slab"/>
              </a:rPr>
              <a:t>Severity Numeric</a:t>
            </a:r>
            <a:endParaRPr b="0" i="0" sz="1173" u="none" cap="none" strike="noStrike">
              <a:solidFill>
                <a:schemeClr val="dk1"/>
              </a:solidFill>
              <a:latin typeface="Hepta Slab"/>
              <a:ea typeface="Hepta Slab"/>
              <a:cs typeface="Hepta Slab"/>
              <a:sym typeface="Hepta Slab"/>
            </a:endParaRPr>
          </a:p>
          <a:p>
            <a:pPr indent="-303101" lvl="0" marL="457200" marR="0" rtl="0" algn="l">
              <a:lnSpc>
                <a:spcPct val="133000"/>
              </a:lnSpc>
              <a:spcBef>
                <a:spcPts val="0"/>
              </a:spcBef>
              <a:spcAft>
                <a:spcPts val="0"/>
              </a:spcAft>
              <a:buClr>
                <a:schemeClr val="dk1"/>
              </a:buClr>
              <a:buSzPts val="1173"/>
              <a:buFont typeface="Hepta Slab"/>
              <a:buAutoNum type="arabicPeriod"/>
            </a:pPr>
            <a:r>
              <a:rPr b="0" i="0" lang="en" sz="1173" u="none" cap="none" strike="noStrike">
                <a:solidFill>
                  <a:schemeClr val="dk1"/>
                </a:solidFill>
                <a:latin typeface="Hepta Slab"/>
                <a:ea typeface="Hepta Slab"/>
                <a:cs typeface="Hepta Slab"/>
                <a:sym typeface="Hepta Slab"/>
              </a:rPr>
              <a:t>Year</a:t>
            </a:r>
            <a:endParaRPr b="0" i="0" sz="1173" u="none" cap="none" strike="noStrike">
              <a:solidFill>
                <a:schemeClr val="dk1"/>
              </a:solidFill>
              <a:latin typeface="Hepta Slab"/>
              <a:ea typeface="Hepta Slab"/>
              <a:cs typeface="Hepta Slab"/>
              <a:sym typeface="Hepta Slab"/>
            </a:endParaRPr>
          </a:p>
          <a:p>
            <a:pPr indent="-303101" lvl="0" marL="457200" marR="0" rtl="0" algn="l">
              <a:lnSpc>
                <a:spcPct val="133000"/>
              </a:lnSpc>
              <a:spcBef>
                <a:spcPts val="0"/>
              </a:spcBef>
              <a:spcAft>
                <a:spcPts val="0"/>
              </a:spcAft>
              <a:buClr>
                <a:schemeClr val="dk1"/>
              </a:buClr>
              <a:buSzPts val="1173"/>
              <a:buFont typeface="Hepta Slab"/>
              <a:buAutoNum type="arabicPeriod"/>
            </a:pPr>
            <a:r>
              <a:rPr b="0" i="0" lang="en" sz="1173" u="none" cap="none" strike="noStrike">
                <a:solidFill>
                  <a:schemeClr val="dk1"/>
                </a:solidFill>
                <a:latin typeface="Hepta Slab"/>
                <a:ea typeface="Hepta Slab"/>
                <a:cs typeface="Hepta Slab"/>
                <a:sym typeface="Hepta Slab"/>
              </a:rPr>
              <a:t>Month-Year</a:t>
            </a:r>
            <a:endParaRPr b="0" i="0" sz="1173" u="none" cap="none" strike="noStrike">
              <a:solidFill>
                <a:schemeClr val="dk1"/>
              </a:solidFill>
              <a:latin typeface="Hepta Slab"/>
              <a:ea typeface="Hepta Slab"/>
              <a:cs typeface="Hepta Slab"/>
              <a:sym typeface="Hepta Slab"/>
            </a:endParaRPr>
          </a:p>
          <a:p>
            <a:pPr indent="0" lvl="0" marL="457200" marR="0" rtl="0" algn="l">
              <a:lnSpc>
                <a:spcPct val="133000"/>
              </a:lnSpc>
              <a:spcBef>
                <a:spcPts val="0"/>
              </a:spcBef>
              <a:spcAft>
                <a:spcPts val="0"/>
              </a:spcAft>
              <a:buClr>
                <a:srgbClr val="000000"/>
              </a:buClr>
              <a:buSzPts val="1173"/>
              <a:buFont typeface="Arial"/>
              <a:buNone/>
            </a:pPr>
            <a:r>
              <a:t/>
            </a:r>
            <a:endParaRPr b="0" i="0" sz="1173" u="none" cap="none" strike="noStrike">
              <a:solidFill>
                <a:schemeClr val="dk1"/>
              </a:solidFill>
              <a:latin typeface="Hepta Slab"/>
              <a:ea typeface="Hepta Slab"/>
              <a:cs typeface="Hepta Slab"/>
              <a:sym typeface="Hepta Slab"/>
            </a:endParaRPr>
          </a:p>
        </p:txBody>
      </p:sp>
      <p:sp>
        <p:nvSpPr>
          <p:cNvPr id="423" name="Google Shape;423;p7"/>
          <p:cNvSpPr/>
          <p:nvPr/>
        </p:nvSpPr>
        <p:spPr>
          <a:xfrm>
            <a:off x="5516949" y="3085425"/>
            <a:ext cx="3280800" cy="276600"/>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E5E0DF"/>
              </a:buClr>
              <a:buSzPts val="1440"/>
              <a:buFont typeface="Poppins Light"/>
              <a:buNone/>
            </a:pPr>
            <a:r>
              <a:rPr b="0" i="0" lang="en" sz="1440" u="none" cap="none" strike="noStrike">
                <a:solidFill>
                  <a:srgbClr val="E5E0DF"/>
                </a:solidFill>
                <a:latin typeface="Hepta Slab SemiBold"/>
                <a:ea typeface="Hepta Slab SemiBold"/>
                <a:cs typeface="Hepta Slab SemiBold"/>
                <a:sym typeface="Hepta Slab SemiBold"/>
              </a:rPr>
              <a:t>Key Insight</a:t>
            </a:r>
            <a:endParaRPr b="0" i="0" sz="1440" u="none" cap="none" strike="noStrike">
              <a:solidFill>
                <a:srgbClr val="000000"/>
              </a:solidFill>
              <a:latin typeface="Hepta Slab SemiBold"/>
              <a:ea typeface="Hepta Slab SemiBold"/>
              <a:cs typeface="Hepta Slab SemiBold"/>
              <a:sym typeface="Hepta Slab SemiBold"/>
            </a:endParaRPr>
          </a:p>
        </p:txBody>
      </p:sp>
      <p:sp>
        <p:nvSpPr>
          <p:cNvPr id="424" name="Google Shape;424;p7"/>
          <p:cNvSpPr/>
          <p:nvPr/>
        </p:nvSpPr>
        <p:spPr>
          <a:xfrm>
            <a:off x="4838800" y="3489014"/>
            <a:ext cx="3959100" cy="1201200"/>
          </a:xfrm>
          <a:prstGeom prst="rect">
            <a:avLst/>
          </a:prstGeom>
          <a:noFill/>
          <a:ln>
            <a:noFill/>
          </a:ln>
        </p:spPr>
        <p:txBody>
          <a:bodyPr anchorCtr="0" anchor="t" bIns="0" lIns="0" spcFirstLastPara="1" rIns="0" wrap="square" tIns="0">
            <a:noAutofit/>
          </a:bodyPr>
          <a:lstStyle/>
          <a:p>
            <a:pPr indent="0" lvl="0" marL="457200" marR="0" rtl="0" algn="l">
              <a:lnSpc>
                <a:spcPct val="133000"/>
              </a:lnSpc>
              <a:spcBef>
                <a:spcPts val="0"/>
              </a:spcBef>
              <a:spcAft>
                <a:spcPts val="0"/>
              </a:spcAft>
              <a:buClr>
                <a:srgbClr val="000000"/>
              </a:buClr>
              <a:buSzPts val="1073"/>
              <a:buFont typeface="Arial"/>
              <a:buNone/>
            </a:pPr>
            <a:r>
              <a:rPr b="0" i="0" lang="en" sz="1073" u="none" cap="none" strike="noStrike">
                <a:solidFill>
                  <a:schemeClr val="dk1"/>
                </a:solidFill>
                <a:latin typeface="Hepta Slab Medium"/>
                <a:ea typeface="Hepta Slab Medium"/>
                <a:cs typeface="Hepta Slab Medium"/>
                <a:sym typeface="Hepta Slab Medium"/>
              </a:rPr>
              <a:t>The methodology enabled the identification of workload trends, service quality patterns, operational bottlenecks, and performance opportunities, forming the foundation for the dashboard and business recommendations.</a:t>
            </a:r>
            <a:endParaRPr b="0" i="0" sz="1073" u="none" cap="none" strike="noStrike">
              <a:solidFill>
                <a:schemeClr val="dk1"/>
              </a:solidFill>
              <a:latin typeface="Hepta Slab Medium"/>
              <a:ea typeface="Hepta Slab Medium"/>
              <a:cs typeface="Hepta Slab Medium"/>
              <a:sym typeface="Hepta Slab Medium"/>
            </a:endParaRPr>
          </a:p>
        </p:txBody>
      </p:sp>
      <p:sp>
        <p:nvSpPr>
          <p:cNvPr id="425" name="Google Shape;425;p7"/>
          <p:cNvSpPr/>
          <p:nvPr/>
        </p:nvSpPr>
        <p:spPr>
          <a:xfrm>
            <a:off x="1029849" y="3085425"/>
            <a:ext cx="3325200" cy="276600"/>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E5E0DF"/>
              </a:buClr>
              <a:buSzPts val="1440"/>
              <a:buFont typeface="Poppins Light"/>
              <a:buNone/>
            </a:pPr>
            <a:r>
              <a:rPr b="0" i="0" lang="en" sz="1440" u="none" cap="none" strike="noStrike">
                <a:solidFill>
                  <a:srgbClr val="E5E0DF"/>
                </a:solidFill>
                <a:latin typeface="Hepta Slab SemiBold"/>
                <a:ea typeface="Hepta Slab SemiBold"/>
                <a:cs typeface="Hepta Slab SemiBold"/>
                <a:sym typeface="Hepta Slab SemiBold"/>
              </a:rPr>
              <a:t>Analytical Techniques Used</a:t>
            </a:r>
            <a:endParaRPr b="0" i="0" sz="1440" u="none" cap="none" strike="noStrike">
              <a:solidFill>
                <a:srgbClr val="E5E0DF"/>
              </a:solidFill>
              <a:latin typeface="Hepta Slab SemiBold"/>
              <a:ea typeface="Hepta Slab SemiBold"/>
              <a:cs typeface="Hepta Slab SemiBold"/>
              <a:sym typeface="Hepta Slab SemiBold"/>
            </a:endParaRPr>
          </a:p>
          <a:p>
            <a:pPr indent="0" lvl="0" marL="0" marR="0" rtl="0" algn="r">
              <a:lnSpc>
                <a:spcPct val="104000"/>
              </a:lnSpc>
              <a:spcBef>
                <a:spcPts val="0"/>
              </a:spcBef>
              <a:spcAft>
                <a:spcPts val="0"/>
              </a:spcAft>
              <a:buClr>
                <a:srgbClr val="E5E0DF"/>
              </a:buClr>
              <a:buSzPts val="1440"/>
              <a:buFont typeface="Poppins Light"/>
              <a:buNone/>
            </a:pPr>
            <a:r>
              <a:t/>
            </a:r>
            <a:endParaRPr b="0" i="0" sz="1440" u="none" cap="none" strike="noStrike">
              <a:solidFill>
                <a:srgbClr val="E5E0DF"/>
              </a:solidFill>
              <a:latin typeface="Hepta Slab SemiBold"/>
              <a:ea typeface="Hepta Slab SemiBold"/>
              <a:cs typeface="Hepta Slab SemiBold"/>
              <a:sym typeface="Hepta Slab SemiBold"/>
            </a:endParaRPr>
          </a:p>
        </p:txBody>
      </p:sp>
      <p:sp>
        <p:nvSpPr>
          <p:cNvPr id="426" name="Google Shape;426;p7"/>
          <p:cNvSpPr/>
          <p:nvPr/>
        </p:nvSpPr>
        <p:spPr>
          <a:xfrm>
            <a:off x="395825" y="3489014"/>
            <a:ext cx="3959100" cy="1201200"/>
          </a:xfrm>
          <a:prstGeom prst="rect">
            <a:avLst/>
          </a:prstGeom>
          <a:noFill/>
          <a:ln>
            <a:noFill/>
          </a:ln>
        </p:spPr>
        <p:txBody>
          <a:bodyPr anchorCtr="0" anchor="t" bIns="0" lIns="0" spcFirstLastPara="1" rIns="0" wrap="square" tIns="0">
            <a:noAutofit/>
          </a:bodyPr>
          <a:lstStyle/>
          <a:p>
            <a:pPr indent="-303101" lvl="0" marL="457200" marR="0" rtl="0" algn="l">
              <a:lnSpc>
                <a:spcPct val="133000"/>
              </a:lnSpc>
              <a:spcBef>
                <a:spcPts val="0"/>
              </a:spcBef>
              <a:spcAft>
                <a:spcPts val="0"/>
              </a:spcAft>
              <a:buClr>
                <a:schemeClr val="dk1"/>
              </a:buClr>
              <a:buSzPts val="1173"/>
              <a:buFont typeface="Hepta Slab Medium"/>
              <a:buAutoNum type="arabicPeriod"/>
            </a:pPr>
            <a:r>
              <a:rPr b="0" i="0" lang="en" sz="1173" u="none" cap="none" strike="noStrike">
                <a:solidFill>
                  <a:schemeClr val="dk1"/>
                </a:solidFill>
                <a:latin typeface="Hepta Slab Medium"/>
                <a:ea typeface="Hepta Slab Medium"/>
                <a:cs typeface="Hepta Slab Medium"/>
                <a:sym typeface="Hepta Slab Medium"/>
              </a:rPr>
              <a:t>Trend Analysis</a:t>
            </a:r>
            <a:endParaRPr b="0" i="0" sz="1173" u="none" cap="none" strike="noStrike">
              <a:solidFill>
                <a:schemeClr val="dk1"/>
              </a:solidFill>
              <a:latin typeface="Hepta Slab Medium"/>
              <a:ea typeface="Hepta Slab Medium"/>
              <a:cs typeface="Hepta Slab Medium"/>
              <a:sym typeface="Hepta Slab Medium"/>
            </a:endParaRPr>
          </a:p>
          <a:p>
            <a:pPr indent="-303101" lvl="0" marL="457200" marR="0" rtl="0" algn="l">
              <a:lnSpc>
                <a:spcPct val="133000"/>
              </a:lnSpc>
              <a:spcBef>
                <a:spcPts val="0"/>
              </a:spcBef>
              <a:spcAft>
                <a:spcPts val="0"/>
              </a:spcAft>
              <a:buClr>
                <a:schemeClr val="dk1"/>
              </a:buClr>
              <a:buSzPts val="1173"/>
              <a:buFont typeface="Hepta Slab Medium"/>
              <a:buAutoNum type="arabicPeriod"/>
            </a:pPr>
            <a:r>
              <a:rPr b="0" i="0" lang="en" sz="1173" u="none" cap="none" strike="noStrike">
                <a:solidFill>
                  <a:schemeClr val="dk1"/>
                </a:solidFill>
                <a:latin typeface="Hepta Slab Medium"/>
                <a:ea typeface="Hepta Slab Medium"/>
                <a:cs typeface="Hepta Slab Medium"/>
                <a:sym typeface="Hepta Slab Medium"/>
              </a:rPr>
              <a:t>Distribution Analysis</a:t>
            </a:r>
            <a:endParaRPr b="0" i="0" sz="1173" u="none" cap="none" strike="noStrike">
              <a:solidFill>
                <a:schemeClr val="dk1"/>
              </a:solidFill>
              <a:latin typeface="Hepta Slab Medium"/>
              <a:ea typeface="Hepta Slab Medium"/>
              <a:cs typeface="Hepta Slab Medium"/>
              <a:sym typeface="Hepta Slab Medium"/>
            </a:endParaRPr>
          </a:p>
          <a:p>
            <a:pPr indent="-303101" lvl="0" marL="457200" marR="0" rtl="0" algn="l">
              <a:lnSpc>
                <a:spcPct val="133000"/>
              </a:lnSpc>
              <a:spcBef>
                <a:spcPts val="0"/>
              </a:spcBef>
              <a:spcAft>
                <a:spcPts val="0"/>
              </a:spcAft>
              <a:buClr>
                <a:schemeClr val="dk1"/>
              </a:buClr>
              <a:buSzPts val="1173"/>
              <a:buFont typeface="Hepta Slab Medium"/>
              <a:buAutoNum type="arabicPeriod"/>
            </a:pPr>
            <a:r>
              <a:rPr b="0" i="0" lang="en" sz="1173" u="none" cap="none" strike="noStrike">
                <a:solidFill>
                  <a:schemeClr val="dk1"/>
                </a:solidFill>
                <a:latin typeface="Hepta Slab Medium"/>
                <a:ea typeface="Hepta Slab Medium"/>
                <a:cs typeface="Hepta Slab Medium"/>
                <a:sym typeface="Hepta Slab Medium"/>
              </a:rPr>
              <a:t>Comparative Analysis</a:t>
            </a:r>
            <a:endParaRPr b="0" i="0" sz="1173" u="none" cap="none" strike="noStrike">
              <a:solidFill>
                <a:schemeClr val="dk1"/>
              </a:solidFill>
              <a:latin typeface="Hepta Slab Medium"/>
              <a:ea typeface="Hepta Slab Medium"/>
              <a:cs typeface="Hepta Slab Medium"/>
              <a:sym typeface="Hepta Slab Medium"/>
            </a:endParaRPr>
          </a:p>
          <a:p>
            <a:pPr indent="-303101" lvl="0" marL="457200" marR="0" rtl="0" algn="l">
              <a:lnSpc>
                <a:spcPct val="133000"/>
              </a:lnSpc>
              <a:spcBef>
                <a:spcPts val="0"/>
              </a:spcBef>
              <a:spcAft>
                <a:spcPts val="0"/>
              </a:spcAft>
              <a:buClr>
                <a:schemeClr val="dk1"/>
              </a:buClr>
              <a:buSzPts val="1173"/>
              <a:buFont typeface="Hepta Slab Medium"/>
              <a:buAutoNum type="arabicPeriod"/>
            </a:pPr>
            <a:r>
              <a:rPr b="0" i="0" lang="en" sz="1173" u="none" cap="none" strike="noStrike">
                <a:solidFill>
                  <a:schemeClr val="dk1"/>
                </a:solidFill>
                <a:latin typeface="Hepta Slab Medium"/>
                <a:ea typeface="Hepta Slab Medium"/>
                <a:cs typeface="Hepta Slab Medium"/>
                <a:sym typeface="Hepta Slab Medium"/>
              </a:rPr>
              <a:t>KPI Evaluation</a:t>
            </a:r>
            <a:endParaRPr b="0" i="0" sz="1173" u="none" cap="none" strike="noStrike">
              <a:solidFill>
                <a:schemeClr val="dk1"/>
              </a:solidFill>
              <a:latin typeface="Hepta Slab Medium"/>
              <a:ea typeface="Hepta Slab Medium"/>
              <a:cs typeface="Hepta Slab Medium"/>
              <a:sym typeface="Hepta Slab Medium"/>
            </a:endParaRPr>
          </a:p>
          <a:p>
            <a:pPr indent="0" lvl="0" marL="457200" marR="0" rtl="0" algn="l">
              <a:lnSpc>
                <a:spcPct val="133000"/>
              </a:lnSpc>
              <a:spcBef>
                <a:spcPts val="0"/>
              </a:spcBef>
              <a:spcAft>
                <a:spcPts val="0"/>
              </a:spcAft>
              <a:buClr>
                <a:srgbClr val="000000"/>
              </a:buClr>
              <a:buSzPts val="1173"/>
              <a:buFont typeface="Arial"/>
              <a:buNone/>
            </a:pPr>
            <a:r>
              <a:t/>
            </a:r>
            <a:endParaRPr b="0" i="0" sz="1173" u="none" cap="none" strike="noStrike">
              <a:solidFill>
                <a:schemeClr val="dk1"/>
              </a:solidFill>
              <a:latin typeface="Hepta Slab"/>
              <a:ea typeface="Hepta Slab"/>
              <a:cs typeface="Hepta Slab"/>
              <a:sym typeface="Hepta Slab"/>
            </a:endParaRPr>
          </a:p>
        </p:txBody>
      </p:sp>
      <p:sp>
        <p:nvSpPr>
          <p:cNvPr id="427" name="Google Shape;427;p7"/>
          <p:cNvSpPr txBox="1"/>
          <p:nvPr>
            <p:ph type="title"/>
          </p:nvPr>
        </p:nvSpPr>
        <p:spPr>
          <a:xfrm>
            <a:off x="33425" y="0"/>
            <a:ext cx="60438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"How was the data transformed into actionable insights?"</a:t>
            </a:r>
            <a:endParaRPr sz="1300">
              <a:solidFill>
                <a:srgbClr val="4A86E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8"/>
          <p:cNvSpPr/>
          <p:nvPr/>
        </p:nvSpPr>
        <p:spPr>
          <a:xfrm>
            <a:off x="1237850" y="363225"/>
            <a:ext cx="6776100" cy="4431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2F2F3"/>
              </a:buClr>
              <a:buSzPts val="2750"/>
              <a:buFont typeface="Poppins Light"/>
              <a:buNone/>
            </a:pPr>
            <a:r>
              <a:rPr b="0" i="0" lang="en" sz="3000" u="none" cap="none" strike="noStrike">
                <a:solidFill>
                  <a:srgbClr val="FF0000"/>
                </a:solidFill>
                <a:latin typeface="Hepta Slab SemiBold"/>
                <a:ea typeface="Hepta Slab SemiBold"/>
                <a:cs typeface="Hepta Slab SemiBold"/>
                <a:sym typeface="Hepta Slab SemiBold"/>
              </a:rPr>
              <a:t>Key Performance Indicators</a:t>
            </a:r>
            <a:endParaRPr b="0" i="0" sz="3000" u="none" cap="none" strike="noStrike">
              <a:solidFill>
                <a:srgbClr val="FF0000"/>
              </a:solidFill>
              <a:latin typeface="Hepta Slab SemiBold"/>
              <a:ea typeface="Hepta Slab SemiBold"/>
              <a:cs typeface="Hepta Slab SemiBold"/>
              <a:sym typeface="Hepta Slab SemiBold"/>
            </a:endParaRPr>
          </a:p>
        </p:txBody>
      </p:sp>
      <p:sp>
        <p:nvSpPr>
          <p:cNvPr id="433" name="Google Shape;433;p8"/>
          <p:cNvSpPr/>
          <p:nvPr/>
        </p:nvSpPr>
        <p:spPr>
          <a:xfrm>
            <a:off x="569400" y="842288"/>
            <a:ext cx="8340900" cy="2268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100"/>
              <a:buFont typeface="Roboto Light"/>
              <a:buNone/>
            </a:pPr>
            <a:r>
              <a:rPr b="0" i="0" lang="en" sz="1000" u="none" cap="none" strike="noStrike">
                <a:solidFill>
                  <a:srgbClr val="E5E0DF"/>
                </a:solidFill>
                <a:latin typeface="Hepta Slab"/>
                <a:ea typeface="Hepta Slab"/>
                <a:cs typeface="Hepta Slab"/>
                <a:sym typeface="Hepta Slab"/>
              </a:rPr>
              <a:t>The following KPIs provide a high-level overview of IT support operations and establish the baseline for further analysis.</a:t>
            </a:r>
            <a:endParaRPr b="0" i="0" sz="1000" u="none" cap="none" strike="noStrike">
              <a:solidFill>
                <a:srgbClr val="000000"/>
              </a:solidFill>
              <a:latin typeface="Hepta Slab"/>
              <a:ea typeface="Hepta Slab"/>
              <a:cs typeface="Hepta Slab"/>
              <a:sym typeface="Hepta Slab"/>
            </a:endParaRPr>
          </a:p>
        </p:txBody>
      </p:sp>
      <p:graphicFrame>
        <p:nvGraphicFramePr>
          <p:cNvPr id="434" name="Google Shape;434;p8"/>
          <p:cNvGraphicFramePr/>
          <p:nvPr/>
        </p:nvGraphicFramePr>
        <p:xfrm>
          <a:off x="118000" y="1223150"/>
          <a:ext cx="3000000" cy="3000000"/>
        </p:xfrm>
        <a:graphic>
          <a:graphicData uri="http://schemas.openxmlformats.org/drawingml/2006/table">
            <a:tbl>
              <a:tblPr>
                <a:noFill/>
                <a:tableStyleId>{194AD23E-C4EC-43F6-968E-5AFA409B75AE}</a:tableStyleId>
              </a:tblPr>
              <a:tblGrid>
                <a:gridCol w="848175"/>
                <a:gridCol w="500400"/>
                <a:gridCol w="500400"/>
              </a:tblGrid>
              <a:tr h="77675">
                <a:tc gridSpan="3" rowSpan="2">
                  <a:txBody>
                    <a:bodyPr/>
                    <a:lstStyle/>
                    <a:p>
                      <a:pPr indent="0" lvl="0" marL="0" marR="0" rtl="0" algn="ctr">
                        <a:lnSpc>
                          <a:spcPct val="115000"/>
                        </a:lnSpc>
                        <a:spcBef>
                          <a:spcPts val="0"/>
                        </a:spcBef>
                        <a:spcAft>
                          <a:spcPts val="0"/>
                        </a:spcAft>
                        <a:buClr>
                          <a:srgbClr val="000000"/>
                        </a:buClr>
                        <a:buSzPts val="2200"/>
                        <a:buFont typeface="Arial"/>
                        <a:buNone/>
                      </a:pPr>
                      <a:r>
                        <a:rPr lang="en" sz="2200" u="none" cap="none" strike="noStrike">
                          <a:solidFill>
                            <a:srgbClr val="B7B7B7"/>
                          </a:solidFill>
                          <a:latin typeface="Oswald"/>
                          <a:ea typeface="Oswald"/>
                          <a:cs typeface="Oswald"/>
                          <a:sym typeface="Oswald"/>
                        </a:rPr>
                        <a:t>TOTAL TICKETS</a:t>
                      </a:r>
                      <a:endParaRPr sz="2200" u="none" cap="none" strike="noStrike">
                        <a:solidFill>
                          <a:srgbClr val="B7B7B7"/>
                        </a:solidFill>
                        <a:latin typeface="Oswald"/>
                        <a:ea typeface="Oswald"/>
                        <a:cs typeface="Oswald"/>
                        <a:sym typeface="Oswald"/>
                      </a:endParaRPr>
                    </a:p>
                  </a:txBody>
                  <a:tcPr marT="19050" marB="19050" marR="28575" marL="28575" anchor="ctr">
                    <a:lnL cap="flat" cmpd="sng" w="23825">
                      <a:solidFill>
                        <a:srgbClr val="FF0000"/>
                      </a:solidFill>
                      <a:prstDash val="solid"/>
                      <a:round/>
                      <a:headEnd len="sm" w="sm" type="none"/>
                      <a:tailEnd len="sm" w="sm" type="none"/>
                    </a:lnL>
                    <a:lnR cap="flat" cmpd="sng" w="23825">
                      <a:solidFill>
                        <a:srgbClr val="FF0000"/>
                      </a:solidFill>
                      <a:prstDash val="solid"/>
                      <a:round/>
                      <a:headEnd len="sm" w="sm" type="none"/>
                      <a:tailEnd len="sm" w="sm" type="none"/>
                    </a:lnR>
                    <a:lnT cap="flat" cmpd="sng" w="23825">
                      <a:solidFill>
                        <a:srgbClr val="FF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rowSpan="2" hMerge="1"/>
                <a:tc rowSpan="2" hMerge="1"/>
              </a:tr>
              <a:tr h="358075">
                <a:tc gridSpan="3" vMerge="1"/>
                <a:tc hMerge="1" vMerge="1"/>
                <a:tc hMerge="1" vMerge="1"/>
              </a:tr>
              <a:tr h="155300">
                <a:tc gridSpan="3" rowSpan="4">
                  <a:txBody>
                    <a:bodyPr/>
                    <a:lstStyle/>
                    <a:p>
                      <a:pPr indent="0" lvl="0" marL="0" marR="0" rtl="0" algn="ctr">
                        <a:lnSpc>
                          <a:spcPct val="115000"/>
                        </a:lnSpc>
                        <a:spcBef>
                          <a:spcPts val="0"/>
                        </a:spcBef>
                        <a:spcAft>
                          <a:spcPts val="0"/>
                        </a:spcAft>
                        <a:buClr>
                          <a:srgbClr val="000000"/>
                        </a:buClr>
                        <a:buSzPts val="3600"/>
                        <a:buFont typeface="Arial"/>
                        <a:buNone/>
                      </a:pPr>
                      <a:r>
                        <a:rPr i="1" lang="en" sz="3600" u="none" cap="none" strike="noStrike">
                          <a:solidFill>
                            <a:srgbClr val="FFFFFF"/>
                          </a:solidFill>
                          <a:latin typeface="Impact"/>
                          <a:ea typeface="Impact"/>
                          <a:cs typeface="Impact"/>
                          <a:sym typeface="Impact"/>
                        </a:rPr>
                        <a:t>97498</a:t>
                      </a:r>
                      <a:endParaRPr i="1" sz="3600" u="none" cap="none" strike="noStrike">
                        <a:solidFill>
                          <a:srgbClr val="FFFFFF"/>
                        </a:solidFill>
                        <a:latin typeface="Impact"/>
                        <a:ea typeface="Impact"/>
                        <a:cs typeface="Impact"/>
                        <a:sym typeface="Impact"/>
                      </a:endParaRPr>
                    </a:p>
                  </a:txBody>
                  <a:tcPr marT="19050" marB="19050" marR="28575" marL="28575" anchor="ctr">
                    <a:lnL cap="flat" cmpd="sng" w="23825">
                      <a:solidFill>
                        <a:srgbClr val="FF0000"/>
                      </a:solidFill>
                      <a:prstDash val="solid"/>
                      <a:round/>
                      <a:headEnd len="sm" w="sm" type="none"/>
                      <a:tailEnd len="sm" w="sm" type="none"/>
                    </a:lnL>
                    <a:lnR cap="flat" cmpd="sng" w="23825">
                      <a:solidFill>
                        <a:srgbClr val="FF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3825">
                      <a:solidFill>
                        <a:srgbClr val="FF0000"/>
                      </a:solidFill>
                      <a:prstDash val="solid"/>
                      <a:round/>
                      <a:headEnd len="sm" w="sm" type="none"/>
                      <a:tailEnd len="sm" w="sm" type="none"/>
                    </a:lnB>
                    <a:solidFill>
                      <a:srgbClr val="000000"/>
                    </a:solidFill>
                  </a:tcPr>
                </a:tc>
                <a:tc rowSpan="4" hMerge="1"/>
                <a:tc rowSpan="4" hMerge="1"/>
              </a:tr>
              <a:tr h="92425">
                <a:tc gridSpan="3" vMerge="1"/>
                <a:tc hMerge="1" vMerge="1"/>
                <a:tc hMerge="1" vMerge="1"/>
              </a:tr>
              <a:tr h="92425">
                <a:tc gridSpan="3" vMerge="1"/>
                <a:tc hMerge="1" vMerge="1"/>
                <a:tc hMerge="1" vMerge="1"/>
              </a:tr>
              <a:tr h="344550">
                <a:tc gridSpan="3" vMerge="1"/>
                <a:tc hMerge="1" vMerge="1"/>
                <a:tc hMerge="1" vMerge="1"/>
              </a:tr>
            </a:tbl>
          </a:graphicData>
        </a:graphic>
      </p:graphicFrame>
      <p:graphicFrame>
        <p:nvGraphicFramePr>
          <p:cNvPr id="435" name="Google Shape;435;p8"/>
          <p:cNvGraphicFramePr/>
          <p:nvPr/>
        </p:nvGraphicFramePr>
        <p:xfrm>
          <a:off x="2140788" y="1233088"/>
          <a:ext cx="3000000" cy="3000000"/>
        </p:xfrm>
        <a:graphic>
          <a:graphicData uri="http://schemas.openxmlformats.org/drawingml/2006/table">
            <a:tbl>
              <a:tblPr>
                <a:noFill/>
                <a:tableStyleId>{194AD23E-C4EC-43F6-968E-5AFA409B75AE}</a:tableStyleId>
              </a:tblPr>
              <a:tblGrid>
                <a:gridCol w="895425"/>
                <a:gridCol w="596950"/>
                <a:gridCol w="596950"/>
              </a:tblGrid>
              <a:tr h="107300">
                <a:tc gridSpan="3" rowSpan="2">
                  <a:txBody>
                    <a:bodyPr/>
                    <a:lstStyle/>
                    <a:p>
                      <a:pPr indent="0" lvl="0" marL="0" marR="0" rtl="0" algn="ctr">
                        <a:lnSpc>
                          <a:spcPct val="115000"/>
                        </a:lnSpc>
                        <a:spcBef>
                          <a:spcPts val="0"/>
                        </a:spcBef>
                        <a:spcAft>
                          <a:spcPts val="0"/>
                        </a:spcAft>
                        <a:buClr>
                          <a:srgbClr val="000000"/>
                        </a:buClr>
                        <a:buSzPts val="2000"/>
                        <a:buFont typeface="Arial"/>
                        <a:buNone/>
                      </a:pPr>
                      <a:r>
                        <a:rPr lang="en" sz="2000" u="none" cap="none" strike="noStrike">
                          <a:solidFill>
                            <a:srgbClr val="999999"/>
                          </a:solidFill>
                          <a:latin typeface="Oswald"/>
                          <a:ea typeface="Oswald"/>
                          <a:cs typeface="Oswald"/>
                          <a:sym typeface="Oswald"/>
                        </a:rPr>
                        <a:t>TOTAL AGENTS</a:t>
                      </a:r>
                      <a:endParaRPr sz="2000" u="none" cap="none" strike="noStrike">
                        <a:solidFill>
                          <a:srgbClr val="999999"/>
                        </a:solidFill>
                        <a:latin typeface="Oswald"/>
                        <a:ea typeface="Oswald"/>
                        <a:cs typeface="Oswald"/>
                        <a:sym typeface="Oswald"/>
                      </a:endParaRPr>
                    </a:p>
                  </a:txBody>
                  <a:tcPr marT="19050" marB="19050" marR="28575" marL="28575" anchor="b">
                    <a:lnL cap="flat" cmpd="sng" w="23825">
                      <a:solidFill>
                        <a:srgbClr val="FF0000"/>
                      </a:solidFill>
                      <a:prstDash val="solid"/>
                      <a:round/>
                      <a:headEnd len="sm" w="sm" type="none"/>
                      <a:tailEnd len="sm" w="sm" type="none"/>
                    </a:lnL>
                    <a:lnR cap="flat" cmpd="sng" w="23825">
                      <a:solidFill>
                        <a:srgbClr val="FF0000"/>
                      </a:solidFill>
                      <a:prstDash val="solid"/>
                      <a:round/>
                      <a:headEnd len="sm" w="sm" type="none"/>
                      <a:tailEnd len="sm" w="sm" type="none"/>
                    </a:lnR>
                    <a:lnT cap="flat" cmpd="sng" w="23825">
                      <a:solidFill>
                        <a:srgbClr val="FF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rowSpan="2" hMerge="1"/>
                <a:tc rowSpan="2" hMerge="1"/>
              </a:tr>
              <a:tr h="293775">
                <a:tc gridSpan="3" vMerge="1"/>
                <a:tc hMerge="1" vMerge="1"/>
                <a:tc hMerge="1" vMerge="1"/>
              </a:tr>
              <a:tr h="214600">
                <a:tc gridSpan="3" rowSpan="4">
                  <a:txBody>
                    <a:bodyPr/>
                    <a:lstStyle/>
                    <a:p>
                      <a:pPr indent="0" lvl="0" marL="0" marR="0" rtl="0" algn="ctr">
                        <a:lnSpc>
                          <a:spcPct val="115000"/>
                        </a:lnSpc>
                        <a:spcBef>
                          <a:spcPts val="0"/>
                        </a:spcBef>
                        <a:spcAft>
                          <a:spcPts val="0"/>
                        </a:spcAft>
                        <a:buClr>
                          <a:srgbClr val="000000"/>
                        </a:buClr>
                        <a:buSzPts val="3600"/>
                        <a:buFont typeface="Arial"/>
                        <a:buNone/>
                      </a:pPr>
                      <a:r>
                        <a:rPr i="1" lang="en" sz="3600" u="none" cap="none" strike="noStrike">
                          <a:solidFill>
                            <a:srgbClr val="FFFFFF"/>
                          </a:solidFill>
                          <a:latin typeface="Impact"/>
                          <a:ea typeface="Impact"/>
                          <a:cs typeface="Impact"/>
                          <a:sym typeface="Impact"/>
                        </a:rPr>
                        <a:t>50</a:t>
                      </a:r>
                      <a:endParaRPr i="1" sz="3600" u="none" cap="none" strike="noStrike">
                        <a:solidFill>
                          <a:srgbClr val="FFFFFF"/>
                        </a:solidFill>
                        <a:latin typeface="Impact"/>
                        <a:ea typeface="Impact"/>
                        <a:cs typeface="Impact"/>
                        <a:sym typeface="Impact"/>
                      </a:endParaRPr>
                    </a:p>
                  </a:txBody>
                  <a:tcPr marT="19050" marB="19050" marR="28575" marL="28575" anchor="ctr">
                    <a:lnL cap="flat" cmpd="sng" w="23825">
                      <a:solidFill>
                        <a:srgbClr val="FF0000"/>
                      </a:solidFill>
                      <a:prstDash val="solid"/>
                      <a:round/>
                      <a:headEnd len="sm" w="sm" type="none"/>
                      <a:tailEnd len="sm" w="sm" type="none"/>
                    </a:lnL>
                    <a:lnR cap="flat" cmpd="sng" w="23825">
                      <a:solidFill>
                        <a:srgbClr val="FF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3825">
                      <a:solidFill>
                        <a:srgbClr val="FF0000"/>
                      </a:solidFill>
                      <a:prstDash val="solid"/>
                      <a:round/>
                      <a:headEnd len="sm" w="sm" type="none"/>
                      <a:tailEnd len="sm" w="sm" type="none"/>
                    </a:lnB>
                    <a:solidFill>
                      <a:srgbClr val="000000"/>
                    </a:solidFill>
                  </a:tcPr>
                </a:tc>
                <a:tc rowSpan="4" hMerge="1"/>
                <a:tc rowSpan="4" hMerge="1"/>
              </a:tr>
              <a:tr h="127700">
                <a:tc gridSpan="3" vMerge="1"/>
                <a:tc hMerge="1" vMerge="1"/>
                <a:tc hMerge="1" vMerge="1"/>
              </a:tr>
              <a:tr h="127700">
                <a:tc gridSpan="3" vMerge="1"/>
                <a:tc hMerge="1" vMerge="1"/>
                <a:tc hMerge="1" vMerge="1"/>
              </a:tr>
              <a:tr h="214750">
                <a:tc gridSpan="3" vMerge="1"/>
                <a:tc hMerge="1" vMerge="1"/>
                <a:tc hMerge="1" vMerge="1"/>
              </a:tr>
            </a:tbl>
          </a:graphicData>
        </a:graphic>
      </p:graphicFrame>
      <p:graphicFrame>
        <p:nvGraphicFramePr>
          <p:cNvPr id="436" name="Google Shape;436;p8"/>
          <p:cNvGraphicFramePr/>
          <p:nvPr/>
        </p:nvGraphicFramePr>
        <p:xfrm>
          <a:off x="4403938" y="1233075"/>
          <a:ext cx="3000000" cy="3000000"/>
        </p:xfrm>
        <a:graphic>
          <a:graphicData uri="http://schemas.openxmlformats.org/drawingml/2006/table">
            <a:tbl>
              <a:tblPr>
                <a:noFill/>
                <a:tableStyleId>{194AD23E-C4EC-43F6-968E-5AFA409B75AE}</a:tableStyleId>
              </a:tblPr>
              <a:tblGrid>
                <a:gridCol w="895400"/>
                <a:gridCol w="596950"/>
                <a:gridCol w="596950"/>
              </a:tblGrid>
              <a:tr h="118100">
                <a:tc gridSpan="3" rowSpan="2">
                  <a:txBody>
                    <a:bodyPr/>
                    <a:lstStyle/>
                    <a:p>
                      <a:pPr indent="0" lvl="0" marL="0" marR="0" rtl="0" algn="ctr">
                        <a:lnSpc>
                          <a:spcPct val="115000"/>
                        </a:lnSpc>
                        <a:spcBef>
                          <a:spcPts val="0"/>
                        </a:spcBef>
                        <a:spcAft>
                          <a:spcPts val="0"/>
                        </a:spcAft>
                        <a:buClr>
                          <a:srgbClr val="000000"/>
                        </a:buClr>
                        <a:buSzPts val="1900"/>
                        <a:buFont typeface="Arial"/>
                        <a:buNone/>
                      </a:pPr>
                      <a:r>
                        <a:rPr lang="en" sz="1900" u="none" cap="none" strike="noStrike">
                          <a:solidFill>
                            <a:srgbClr val="999999"/>
                          </a:solidFill>
                          <a:latin typeface="Oswald"/>
                          <a:ea typeface="Oswald"/>
                          <a:cs typeface="Oswald"/>
                          <a:sym typeface="Oswald"/>
                        </a:rPr>
                        <a:t>AVG RESOLUTION TIME</a:t>
                      </a:r>
                      <a:endParaRPr sz="1900" u="none" cap="none" strike="noStrike">
                        <a:solidFill>
                          <a:srgbClr val="999999"/>
                        </a:solidFill>
                        <a:latin typeface="Oswald"/>
                        <a:ea typeface="Oswald"/>
                        <a:cs typeface="Oswald"/>
                        <a:sym typeface="Oswald"/>
                      </a:endParaRPr>
                    </a:p>
                  </a:txBody>
                  <a:tcPr marT="19050" marB="19050" marR="28575" marL="28575" anchor="b">
                    <a:lnL cap="flat" cmpd="sng" w="23825">
                      <a:solidFill>
                        <a:srgbClr val="FF0000"/>
                      </a:solidFill>
                      <a:prstDash val="solid"/>
                      <a:round/>
                      <a:headEnd len="sm" w="sm" type="none"/>
                      <a:tailEnd len="sm" w="sm" type="none"/>
                    </a:lnL>
                    <a:lnR cap="flat" cmpd="sng" w="23825">
                      <a:solidFill>
                        <a:srgbClr val="FF0000"/>
                      </a:solidFill>
                      <a:prstDash val="solid"/>
                      <a:round/>
                      <a:headEnd len="sm" w="sm" type="none"/>
                      <a:tailEnd len="sm" w="sm" type="none"/>
                    </a:lnR>
                    <a:lnT cap="flat" cmpd="sng" w="23825">
                      <a:solidFill>
                        <a:srgbClr val="FF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rowSpan="2" hMerge="1"/>
                <a:tc rowSpan="2" hMerge="1"/>
              </a:tr>
              <a:tr h="279250">
                <a:tc gridSpan="3" vMerge="1"/>
                <a:tc hMerge="1" vMerge="1"/>
                <a:tc hMerge="1" vMerge="1"/>
              </a:tr>
              <a:tr h="236175">
                <a:tc gridSpan="3" rowSpan="4">
                  <a:txBody>
                    <a:bodyPr/>
                    <a:lstStyle/>
                    <a:p>
                      <a:pPr indent="0" lvl="0" marL="0" marR="0" rtl="0" algn="ctr">
                        <a:lnSpc>
                          <a:spcPct val="115000"/>
                        </a:lnSpc>
                        <a:spcBef>
                          <a:spcPts val="0"/>
                        </a:spcBef>
                        <a:spcAft>
                          <a:spcPts val="0"/>
                        </a:spcAft>
                        <a:buClr>
                          <a:srgbClr val="000000"/>
                        </a:buClr>
                        <a:buSzPts val="3600"/>
                        <a:buFont typeface="Arial"/>
                        <a:buNone/>
                      </a:pPr>
                      <a:r>
                        <a:rPr i="1" lang="en" sz="3600" u="none" cap="none" strike="noStrike">
                          <a:solidFill>
                            <a:srgbClr val="FFFFFF"/>
                          </a:solidFill>
                          <a:latin typeface="Impact"/>
                          <a:ea typeface="Impact"/>
                          <a:cs typeface="Impact"/>
                          <a:sym typeface="Impact"/>
                        </a:rPr>
                        <a:t>4.55 Days</a:t>
                      </a:r>
                      <a:endParaRPr i="1" sz="3600" u="none" cap="none" strike="noStrike">
                        <a:solidFill>
                          <a:srgbClr val="FFFFFF"/>
                        </a:solidFill>
                        <a:latin typeface="Impact"/>
                        <a:ea typeface="Impact"/>
                        <a:cs typeface="Impact"/>
                        <a:sym typeface="Impact"/>
                      </a:endParaRPr>
                    </a:p>
                  </a:txBody>
                  <a:tcPr marT="19050" marB="19050" marR="28575" marL="28575" anchor="ctr">
                    <a:lnL cap="flat" cmpd="sng" w="23825">
                      <a:solidFill>
                        <a:srgbClr val="FF0000"/>
                      </a:solidFill>
                      <a:prstDash val="solid"/>
                      <a:round/>
                      <a:headEnd len="sm" w="sm" type="none"/>
                      <a:tailEnd len="sm" w="sm" type="none"/>
                    </a:lnL>
                    <a:lnR cap="flat" cmpd="sng" w="23825">
                      <a:solidFill>
                        <a:srgbClr val="FF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3825">
                      <a:solidFill>
                        <a:srgbClr val="FF0000"/>
                      </a:solidFill>
                      <a:prstDash val="solid"/>
                      <a:round/>
                      <a:headEnd len="sm" w="sm" type="none"/>
                      <a:tailEnd len="sm" w="sm" type="none"/>
                    </a:lnB>
                    <a:solidFill>
                      <a:srgbClr val="000000"/>
                    </a:solidFill>
                  </a:tcPr>
                </a:tc>
                <a:tc rowSpan="4" hMerge="1"/>
                <a:tc rowSpan="4" hMerge="1"/>
              </a:tr>
              <a:tr h="140575">
                <a:tc gridSpan="3" vMerge="1"/>
                <a:tc hMerge="1" vMerge="1"/>
                <a:tc hMerge="1" vMerge="1"/>
              </a:tr>
              <a:tr h="140575">
                <a:tc gridSpan="3" vMerge="1"/>
                <a:tc hMerge="1" vMerge="1"/>
                <a:tc hMerge="1" vMerge="1"/>
              </a:tr>
              <a:tr h="195850">
                <a:tc gridSpan="3" vMerge="1"/>
                <a:tc hMerge="1" vMerge="1"/>
                <a:tc hMerge="1" vMerge="1"/>
              </a:tr>
            </a:tbl>
          </a:graphicData>
        </a:graphic>
      </p:graphicFrame>
      <p:graphicFrame>
        <p:nvGraphicFramePr>
          <p:cNvPr id="437" name="Google Shape;437;p8"/>
          <p:cNvGraphicFramePr/>
          <p:nvPr/>
        </p:nvGraphicFramePr>
        <p:xfrm>
          <a:off x="6667063" y="1220725"/>
          <a:ext cx="3000000" cy="3000000"/>
        </p:xfrm>
        <a:graphic>
          <a:graphicData uri="http://schemas.openxmlformats.org/drawingml/2006/table">
            <a:tbl>
              <a:tblPr>
                <a:noFill/>
                <a:tableStyleId>{194AD23E-C4EC-43F6-968E-5AFA409B75AE}</a:tableStyleId>
              </a:tblPr>
              <a:tblGrid>
                <a:gridCol w="958425"/>
                <a:gridCol w="565450"/>
                <a:gridCol w="565450"/>
              </a:tblGrid>
              <a:tr h="135025">
                <a:tc gridSpan="3" rowSpan="2">
                  <a:txBody>
                    <a:bodyPr/>
                    <a:lstStyle/>
                    <a:p>
                      <a:pPr indent="0" lvl="0" marL="0" marR="0" rtl="0" algn="ctr">
                        <a:lnSpc>
                          <a:spcPct val="115000"/>
                        </a:lnSpc>
                        <a:spcBef>
                          <a:spcPts val="0"/>
                        </a:spcBef>
                        <a:spcAft>
                          <a:spcPts val="0"/>
                        </a:spcAft>
                        <a:buClr>
                          <a:srgbClr val="000000"/>
                        </a:buClr>
                        <a:buSzPts val="2000"/>
                        <a:buFont typeface="Arial"/>
                        <a:buNone/>
                      </a:pPr>
                      <a:r>
                        <a:rPr lang="en" sz="2000" u="none" cap="none" strike="noStrike">
                          <a:solidFill>
                            <a:srgbClr val="999999"/>
                          </a:solidFill>
                          <a:latin typeface="Oswald"/>
                          <a:ea typeface="Oswald"/>
                          <a:cs typeface="Oswald"/>
                          <a:sym typeface="Oswald"/>
                        </a:rPr>
                        <a:t>AVG SATISFACTION</a:t>
                      </a:r>
                      <a:endParaRPr sz="2000" u="none" cap="none" strike="noStrike">
                        <a:solidFill>
                          <a:srgbClr val="999999"/>
                        </a:solidFill>
                        <a:latin typeface="Oswald"/>
                        <a:ea typeface="Oswald"/>
                        <a:cs typeface="Oswald"/>
                        <a:sym typeface="Oswald"/>
                      </a:endParaRPr>
                    </a:p>
                  </a:txBody>
                  <a:tcPr marT="19050" marB="19050" marR="28575" marL="28575" anchor="b">
                    <a:lnL cap="flat" cmpd="sng" w="23825">
                      <a:solidFill>
                        <a:srgbClr val="FF0000"/>
                      </a:solidFill>
                      <a:prstDash val="solid"/>
                      <a:round/>
                      <a:headEnd len="sm" w="sm" type="none"/>
                      <a:tailEnd len="sm" w="sm" type="none"/>
                    </a:lnL>
                    <a:lnR cap="flat" cmpd="sng" w="23825">
                      <a:solidFill>
                        <a:srgbClr val="FF0000"/>
                      </a:solidFill>
                      <a:prstDash val="solid"/>
                      <a:round/>
                      <a:headEnd len="sm" w="sm" type="none"/>
                      <a:tailEnd len="sm" w="sm" type="none"/>
                    </a:lnR>
                    <a:lnT cap="flat" cmpd="sng" w="23825">
                      <a:solidFill>
                        <a:srgbClr val="FF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rowSpan="2" hMerge="1"/>
                <a:tc rowSpan="2" hMerge="1"/>
              </a:tr>
              <a:tr h="223225">
                <a:tc gridSpan="3" vMerge="1"/>
                <a:tc hMerge="1" vMerge="1"/>
                <a:tc hMerge="1" vMerge="1"/>
              </a:tr>
              <a:tr h="270050">
                <a:tc gridSpan="3" rowSpan="4">
                  <a:txBody>
                    <a:bodyPr/>
                    <a:lstStyle/>
                    <a:p>
                      <a:pPr indent="0" lvl="0" marL="0" marR="0" rtl="0" algn="ctr">
                        <a:lnSpc>
                          <a:spcPct val="115000"/>
                        </a:lnSpc>
                        <a:spcBef>
                          <a:spcPts val="0"/>
                        </a:spcBef>
                        <a:spcAft>
                          <a:spcPts val="0"/>
                        </a:spcAft>
                        <a:buClr>
                          <a:srgbClr val="000000"/>
                        </a:buClr>
                        <a:buSzPts val="3600"/>
                        <a:buFont typeface="Arial"/>
                        <a:buNone/>
                      </a:pPr>
                      <a:r>
                        <a:rPr i="1" lang="en" sz="3600" u="none" cap="none" strike="noStrike">
                          <a:solidFill>
                            <a:srgbClr val="FFFFFF"/>
                          </a:solidFill>
                          <a:latin typeface="Impact"/>
                          <a:ea typeface="Impact"/>
                          <a:cs typeface="Impact"/>
                          <a:sym typeface="Impact"/>
                        </a:rPr>
                        <a:t>4.1</a:t>
                      </a:r>
                      <a:endParaRPr i="1" sz="3600" u="none" cap="none" strike="noStrike">
                        <a:solidFill>
                          <a:srgbClr val="FFFFFF"/>
                        </a:solidFill>
                        <a:latin typeface="Impact"/>
                        <a:ea typeface="Impact"/>
                        <a:cs typeface="Impact"/>
                        <a:sym typeface="Impact"/>
                      </a:endParaRPr>
                    </a:p>
                  </a:txBody>
                  <a:tcPr marT="19050" marB="19050" marR="28575" marL="28575" anchor="ctr">
                    <a:lnL cap="flat" cmpd="sng" w="23825">
                      <a:solidFill>
                        <a:srgbClr val="FF0000"/>
                      </a:solidFill>
                      <a:prstDash val="solid"/>
                      <a:round/>
                      <a:headEnd len="sm" w="sm" type="none"/>
                      <a:tailEnd len="sm" w="sm" type="none"/>
                    </a:lnL>
                    <a:lnR cap="flat" cmpd="sng" w="23825">
                      <a:solidFill>
                        <a:srgbClr val="FF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3825">
                      <a:solidFill>
                        <a:srgbClr val="FF0000"/>
                      </a:solidFill>
                      <a:prstDash val="solid"/>
                      <a:round/>
                      <a:headEnd len="sm" w="sm" type="none"/>
                      <a:tailEnd len="sm" w="sm" type="none"/>
                    </a:lnB>
                    <a:solidFill>
                      <a:srgbClr val="000000"/>
                    </a:solidFill>
                  </a:tcPr>
                </a:tc>
                <a:tc rowSpan="4" hMerge="1"/>
                <a:tc rowSpan="4" hMerge="1"/>
              </a:tr>
              <a:tr h="160750">
                <a:tc gridSpan="3" vMerge="1"/>
                <a:tc hMerge="1" vMerge="1"/>
                <a:tc hMerge="1" vMerge="1"/>
              </a:tr>
              <a:tr h="160750">
                <a:tc gridSpan="3" vMerge="1"/>
                <a:tc hMerge="1" vMerge="1"/>
                <a:tc hMerge="1" vMerge="1"/>
              </a:tr>
              <a:tr h="160750">
                <a:tc gridSpan="3" vMerge="1"/>
                <a:tc hMerge="1" vMerge="1"/>
                <a:tc hMerge="1" vMerge="1"/>
              </a:tr>
            </a:tbl>
          </a:graphicData>
        </a:graphic>
      </p:graphicFrame>
      <p:sp>
        <p:nvSpPr>
          <p:cNvPr id="438" name="Google Shape;438;p8"/>
          <p:cNvSpPr txBox="1"/>
          <p:nvPr/>
        </p:nvSpPr>
        <p:spPr>
          <a:xfrm>
            <a:off x="144750" y="2947750"/>
            <a:ext cx="88545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Hepta Slab SemiBold"/>
                <a:ea typeface="Hepta Slab SemiBold"/>
                <a:cs typeface="Hepta Slab SemiBold"/>
                <a:sym typeface="Hepta Slab SemiBold"/>
              </a:rPr>
              <a:t>Key Insights:</a:t>
            </a:r>
            <a:endParaRPr b="0" i="0" sz="1300" u="none" cap="none" strike="noStrike">
              <a:solidFill>
                <a:schemeClr val="dk1"/>
              </a:solidFill>
              <a:latin typeface="Hepta Slab SemiBold"/>
              <a:ea typeface="Hepta Slab SemiBold"/>
              <a:cs typeface="Hepta Slab SemiBold"/>
              <a:sym typeface="Hepta Slab SemiBold"/>
            </a:endParaRPr>
          </a:p>
          <a:p>
            <a:pPr indent="-311150" lvl="0" marL="457200" marR="0" rtl="0" algn="l">
              <a:lnSpc>
                <a:spcPct val="100000"/>
              </a:lnSpc>
              <a:spcBef>
                <a:spcPts val="0"/>
              </a:spcBef>
              <a:spcAft>
                <a:spcPts val="0"/>
              </a:spcAft>
              <a:buClr>
                <a:schemeClr val="dk1"/>
              </a:buClr>
              <a:buSzPts val="1300"/>
              <a:buFont typeface="Hepta Slab Medium"/>
              <a:buChar char="●"/>
            </a:pPr>
            <a:r>
              <a:rPr b="0" i="0" lang="en" sz="1300" u="none" cap="none" strike="noStrike">
                <a:solidFill>
                  <a:schemeClr val="dk1"/>
                </a:solidFill>
                <a:latin typeface="Hepta Slab Medium"/>
                <a:ea typeface="Hepta Slab Medium"/>
                <a:cs typeface="Hepta Slab Medium"/>
                <a:sym typeface="Hepta Slab Medium"/>
              </a:rPr>
              <a:t>The IT support team handled 97,498 tickets across the analysis period.</a:t>
            </a:r>
            <a:endParaRPr b="0" i="0" sz="1300" u="none" cap="none" strike="noStrike">
              <a:solidFill>
                <a:schemeClr val="dk1"/>
              </a:solidFill>
              <a:latin typeface="Hepta Slab Medium"/>
              <a:ea typeface="Hepta Slab Medium"/>
              <a:cs typeface="Hepta Slab Medium"/>
              <a:sym typeface="Hepta Slab Medium"/>
            </a:endParaRPr>
          </a:p>
          <a:p>
            <a:pPr indent="-311150" lvl="0" marL="457200" marR="0" rtl="0" algn="l">
              <a:lnSpc>
                <a:spcPct val="100000"/>
              </a:lnSpc>
              <a:spcBef>
                <a:spcPts val="0"/>
              </a:spcBef>
              <a:spcAft>
                <a:spcPts val="0"/>
              </a:spcAft>
              <a:buClr>
                <a:schemeClr val="dk1"/>
              </a:buClr>
              <a:buSzPts val="1300"/>
              <a:buFont typeface="Hepta Slab Medium"/>
              <a:buChar char="●"/>
            </a:pPr>
            <a:r>
              <a:rPr b="0" i="0" lang="en" sz="1300" u="none" cap="none" strike="noStrike">
                <a:solidFill>
                  <a:schemeClr val="dk1"/>
                </a:solidFill>
                <a:latin typeface="Hepta Slab Medium"/>
                <a:ea typeface="Hepta Slab Medium"/>
                <a:cs typeface="Hepta Slab Medium"/>
                <a:sym typeface="Hepta Slab Medium"/>
              </a:rPr>
              <a:t>Employee satisfaction remained high at approximately 4.1/5, indicating consistent service quality.</a:t>
            </a:r>
            <a:endParaRPr b="0" i="0" sz="1300" u="none" cap="none" strike="noStrike">
              <a:solidFill>
                <a:schemeClr val="dk1"/>
              </a:solidFill>
              <a:latin typeface="Hepta Slab Medium"/>
              <a:ea typeface="Hepta Slab Medium"/>
              <a:cs typeface="Hepta Slab Medium"/>
              <a:sym typeface="Hepta Slab Medium"/>
            </a:endParaRPr>
          </a:p>
          <a:p>
            <a:pPr indent="-311150" lvl="0" marL="457200" marR="0" rtl="0" algn="l">
              <a:lnSpc>
                <a:spcPct val="100000"/>
              </a:lnSpc>
              <a:spcBef>
                <a:spcPts val="0"/>
              </a:spcBef>
              <a:spcAft>
                <a:spcPts val="0"/>
              </a:spcAft>
              <a:buClr>
                <a:schemeClr val="dk1"/>
              </a:buClr>
              <a:buSzPts val="1300"/>
              <a:buFont typeface="Hepta Slab Medium"/>
              <a:buChar char="●"/>
            </a:pPr>
            <a:r>
              <a:rPr b="0" i="0" lang="en" sz="1300" u="none" cap="none" strike="noStrike">
                <a:solidFill>
                  <a:schemeClr val="dk1"/>
                </a:solidFill>
                <a:latin typeface="Hepta Slab Medium"/>
                <a:ea typeface="Hepta Slab Medium"/>
                <a:cs typeface="Hepta Slab Medium"/>
                <a:sym typeface="Hepta Slab Medium"/>
              </a:rPr>
              <a:t>An average resolution time of 4.55 days highlights opportunities for process and technology improvements.</a:t>
            </a:r>
            <a:endParaRPr b="1" i="0" sz="1300" u="none" cap="none" strike="noStrike">
              <a:solidFill>
                <a:schemeClr val="dk1"/>
              </a:solidFill>
              <a:latin typeface="Hepta Slab"/>
              <a:ea typeface="Hepta Slab"/>
              <a:cs typeface="Hepta Slab"/>
              <a:sym typeface="Hepta Slab"/>
            </a:endParaRPr>
          </a:p>
        </p:txBody>
      </p:sp>
      <p:sp>
        <p:nvSpPr>
          <p:cNvPr id="439" name="Google Shape;439;p8"/>
          <p:cNvSpPr txBox="1"/>
          <p:nvPr>
            <p:ph type="title"/>
          </p:nvPr>
        </p:nvSpPr>
        <p:spPr>
          <a:xfrm>
            <a:off x="33425" y="0"/>
            <a:ext cx="60438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"What does the current state of IT support operations look like?"</a:t>
            </a:r>
            <a:endParaRPr sz="1300">
              <a:solidFill>
                <a:srgbClr val="4A86E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9"/>
          <p:cNvSpPr txBox="1"/>
          <p:nvPr>
            <p:ph type="title"/>
          </p:nvPr>
        </p:nvSpPr>
        <p:spPr>
          <a:xfrm>
            <a:off x="352150" y="123150"/>
            <a:ext cx="8446200" cy="876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Ticket Category Distribution Analysis</a:t>
            </a:r>
            <a:endParaRPr sz="3000">
              <a:solidFill>
                <a:srgbClr val="FF0000"/>
              </a:solidFill>
            </a:endParaRPr>
          </a:p>
        </p:txBody>
      </p:sp>
      <p:sp>
        <p:nvSpPr>
          <p:cNvPr id="445" name="Google Shape;445;p9"/>
          <p:cNvSpPr txBox="1"/>
          <p:nvPr>
            <p:ph type="title"/>
          </p:nvPr>
        </p:nvSpPr>
        <p:spPr>
          <a:xfrm>
            <a:off x="615725" y="999750"/>
            <a:ext cx="4141200" cy="3292800"/>
          </a:xfrm>
          <a:prstGeom prst="rect">
            <a:avLst/>
          </a:prstGeom>
          <a:noFill/>
          <a:ln cap="flat" cmpd="sng" w="9525">
            <a:solidFill>
              <a:srgbClr val="FF0000"/>
            </a:solidFill>
            <a:prstDash val="dot"/>
            <a:round/>
            <a:headEnd len="sm" w="sm" type="none"/>
            <a:tailEnd len="sm" w="sm" type="none"/>
          </a:ln>
        </p:spPr>
        <p:txBody>
          <a:bodyPr anchorCtr="0" anchor="ctr" bIns="78675" lIns="78675" spcFirstLastPara="1" rIns="78675" wrap="square" tIns="78675">
            <a:noAutofit/>
          </a:bodyPr>
          <a:lstStyle/>
          <a:p>
            <a:pPr indent="0" lvl="0" marL="0" rtl="0" algn="r">
              <a:lnSpc>
                <a:spcPct val="100000"/>
              </a:lnSpc>
              <a:spcBef>
                <a:spcPts val="0"/>
              </a:spcBef>
              <a:spcAft>
                <a:spcPts val="0"/>
              </a:spcAft>
              <a:buSzPts val="3600"/>
              <a:buNone/>
            </a:pPr>
            <a:r>
              <a:t/>
            </a:r>
            <a:endParaRPr sz="1119"/>
          </a:p>
        </p:txBody>
      </p:sp>
      <p:sp>
        <p:nvSpPr>
          <p:cNvPr id="446" name="Google Shape;446;p9"/>
          <p:cNvSpPr txBox="1"/>
          <p:nvPr>
            <p:ph type="title"/>
          </p:nvPr>
        </p:nvSpPr>
        <p:spPr>
          <a:xfrm>
            <a:off x="4946075" y="999750"/>
            <a:ext cx="3927000" cy="34533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1400"/>
              </a:spcBef>
              <a:spcAft>
                <a:spcPts val="0"/>
              </a:spcAft>
              <a:buSzPts val="3600"/>
              <a:buNone/>
            </a:pPr>
            <a:r>
              <a:t/>
            </a:r>
            <a:endParaRPr sz="1600">
              <a:latin typeface="Hepta Slab SemiBold"/>
              <a:ea typeface="Hepta Slab SemiBold"/>
              <a:cs typeface="Hepta Slab SemiBold"/>
              <a:sym typeface="Hepta Slab SemiBold"/>
            </a:endParaRPr>
          </a:p>
          <a:p>
            <a:pPr indent="0" lvl="0" marL="0" rtl="0" algn="l">
              <a:lnSpc>
                <a:spcPct val="150000"/>
              </a:lnSpc>
              <a:spcBef>
                <a:spcPts val="1400"/>
              </a:spcBef>
              <a:spcAft>
                <a:spcPts val="0"/>
              </a:spcAft>
              <a:buSzPts val="3600"/>
              <a:buNone/>
            </a:pPr>
            <a:r>
              <a:rPr lang="en" sz="1600">
                <a:latin typeface="Hepta Slab SemiBold"/>
                <a:ea typeface="Hepta Slab SemiBold"/>
                <a:cs typeface="Hepta Slab SemiBold"/>
                <a:sym typeface="Hepta Slab SemiBold"/>
              </a:rPr>
              <a:t>Key Insights</a:t>
            </a:r>
            <a:endParaRPr sz="1600">
              <a:latin typeface="Hepta Slab SemiBold"/>
              <a:ea typeface="Hepta Slab SemiBold"/>
              <a:cs typeface="Hepta Slab SemiBold"/>
              <a:sym typeface="Hepta Slab SemiBold"/>
            </a:endParaRPr>
          </a:p>
          <a:p>
            <a:pPr indent="-311150" lvl="0" marL="457200" rtl="0" algn="l">
              <a:lnSpc>
                <a:spcPct val="150000"/>
              </a:lnSpc>
              <a:spcBef>
                <a:spcPts val="1200"/>
              </a:spcBef>
              <a:spcAft>
                <a:spcPts val="0"/>
              </a:spcAft>
              <a:buClr>
                <a:srgbClr val="FF0000"/>
              </a:buClr>
              <a:buSzPts val="1300"/>
              <a:buFont typeface="Hepta Slab"/>
              <a:buChar char="❏"/>
            </a:pPr>
            <a:r>
              <a:rPr lang="en" sz="1300">
                <a:latin typeface="Hepta Slab"/>
                <a:ea typeface="Hepta Slab"/>
                <a:cs typeface="Hepta Slab"/>
                <a:sym typeface="Hepta Slab"/>
              </a:rPr>
              <a:t>System requests account for the largest share of tickets, representing approximately 40% of total support requests.</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Login Access requests contribute nearly 30% of ticket volume, indicating frequent user access-related issues.</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Hardware requests represent the smallest category, accounting for approximately 10% of all tickets.</a:t>
            </a:r>
            <a:endParaRPr sz="1400">
              <a:latin typeface="Arial"/>
              <a:ea typeface="Arial"/>
              <a:cs typeface="Arial"/>
              <a:sym typeface="Arial"/>
            </a:endParaRPr>
          </a:p>
          <a:p>
            <a:pPr indent="0" lvl="0" marL="0" rtl="0" algn="l">
              <a:lnSpc>
                <a:spcPct val="150000"/>
              </a:lnSpc>
              <a:spcBef>
                <a:spcPts val="1200"/>
              </a:spcBef>
              <a:spcAft>
                <a:spcPts val="0"/>
              </a:spcAft>
              <a:buSzPts val="3600"/>
              <a:buNone/>
            </a:pPr>
            <a:r>
              <a:t/>
            </a:r>
            <a:endParaRPr sz="1600"/>
          </a:p>
        </p:txBody>
      </p:sp>
      <p:pic>
        <p:nvPicPr>
          <p:cNvPr id="447" name="Google Shape;447;p9" title="Chart"/>
          <p:cNvPicPr preferRelativeResize="0"/>
          <p:nvPr/>
        </p:nvPicPr>
        <p:blipFill rotWithShape="1">
          <a:blip r:embed="rId3">
            <a:alphaModFix/>
          </a:blip>
          <a:srcRect b="0" l="0" r="0" t="0"/>
          <a:stretch/>
        </p:blipFill>
        <p:spPr>
          <a:xfrm>
            <a:off x="685969" y="1066874"/>
            <a:ext cx="3972456" cy="3166451"/>
          </a:xfrm>
          <a:prstGeom prst="rect">
            <a:avLst/>
          </a:prstGeom>
          <a:noFill/>
          <a:ln>
            <a:noFill/>
          </a:ln>
        </p:spPr>
      </p:pic>
      <p:sp>
        <p:nvSpPr>
          <p:cNvPr id="448" name="Google Shape;448;p9"/>
          <p:cNvSpPr txBox="1"/>
          <p:nvPr>
            <p:ph type="title"/>
          </p:nvPr>
        </p:nvSpPr>
        <p:spPr>
          <a:xfrm>
            <a:off x="33425" y="0"/>
            <a:ext cx="60438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"What types of support requests are driving the workload?"</a:t>
            </a:r>
            <a:endParaRPr sz="1300">
              <a:solidFill>
                <a:srgbClr val="4A86E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
          <p:cNvSpPr txBox="1"/>
          <p:nvPr>
            <p:ph type="title"/>
          </p:nvPr>
        </p:nvSpPr>
        <p:spPr>
          <a:xfrm>
            <a:off x="697350" y="123150"/>
            <a:ext cx="7749300" cy="876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Resolution Time Analysis - 1</a:t>
            </a:r>
            <a:endParaRPr sz="3000">
              <a:solidFill>
                <a:srgbClr val="FF0000"/>
              </a:solidFill>
            </a:endParaRPr>
          </a:p>
        </p:txBody>
      </p:sp>
      <p:sp>
        <p:nvSpPr>
          <p:cNvPr id="454" name="Google Shape;454;p10"/>
          <p:cNvSpPr txBox="1"/>
          <p:nvPr>
            <p:ph type="title"/>
          </p:nvPr>
        </p:nvSpPr>
        <p:spPr>
          <a:xfrm>
            <a:off x="5320250" y="999750"/>
            <a:ext cx="3552900" cy="37383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1400"/>
              </a:spcBef>
              <a:spcAft>
                <a:spcPts val="0"/>
              </a:spcAft>
              <a:buSzPts val="3600"/>
              <a:buNone/>
            </a:pPr>
            <a:r>
              <a:t/>
            </a:r>
            <a:endParaRPr sz="1600">
              <a:latin typeface="Hepta Slab SemiBold"/>
              <a:ea typeface="Hepta Slab SemiBold"/>
              <a:cs typeface="Hepta Slab SemiBold"/>
              <a:sym typeface="Hepta Slab SemiBold"/>
            </a:endParaRPr>
          </a:p>
          <a:p>
            <a:pPr indent="0" lvl="0" marL="0" rtl="0" algn="l">
              <a:lnSpc>
                <a:spcPct val="150000"/>
              </a:lnSpc>
              <a:spcBef>
                <a:spcPts val="1400"/>
              </a:spcBef>
              <a:spcAft>
                <a:spcPts val="0"/>
              </a:spcAft>
              <a:buSzPts val="3600"/>
              <a:buNone/>
            </a:pPr>
            <a:r>
              <a:rPr lang="en" sz="1600">
                <a:latin typeface="Hepta Slab SemiBold"/>
                <a:ea typeface="Hepta Slab SemiBold"/>
                <a:cs typeface="Hepta Slab SemiBold"/>
                <a:sym typeface="Hepta Slab SemiBold"/>
              </a:rPr>
              <a:t>Key Insights</a:t>
            </a:r>
            <a:endParaRPr sz="1600">
              <a:latin typeface="Hepta Slab SemiBold"/>
              <a:ea typeface="Hepta Slab SemiBold"/>
              <a:cs typeface="Hepta Slab SemiBold"/>
              <a:sym typeface="Hepta Slab SemiBold"/>
            </a:endParaRPr>
          </a:p>
          <a:p>
            <a:pPr indent="-311150" lvl="0" marL="457200" rtl="0" algn="l">
              <a:lnSpc>
                <a:spcPct val="150000"/>
              </a:lnSpc>
              <a:spcBef>
                <a:spcPts val="1200"/>
              </a:spcBef>
              <a:spcAft>
                <a:spcPts val="0"/>
              </a:spcAft>
              <a:buClr>
                <a:srgbClr val="FF0000"/>
              </a:buClr>
              <a:buSzPts val="1300"/>
              <a:buFont typeface="Hepta Slab"/>
              <a:buChar char="❏"/>
            </a:pPr>
            <a:r>
              <a:rPr lang="en" sz="1300">
                <a:latin typeface="Hepta Slab"/>
                <a:ea typeface="Hepta Slab"/>
                <a:cs typeface="Hepta Slab"/>
                <a:sym typeface="Hepta Slab"/>
              </a:rPr>
              <a:t>Hardware requests consistently have the highest resolution times, averaging approximately 7.6 days across quarters.</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System requests require the second-highest resolution times, averaging approximately 6.6 days.</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Login Access requests are resolved rapidly, averaging less than 1 day, indicating highly efficient support processes.</a:t>
            </a:r>
            <a:endParaRPr sz="1400">
              <a:latin typeface="Arial"/>
              <a:ea typeface="Arial"/>
              <a:cs typeface="Arial"/>
              <a:sym typeface="Arial"/>
            </a:endParaRPr>
          </a:p>
          <a:p>
            <a:pPr indent="0" lvl="0" marL="0" rtl="0" algn="l">
              <a:lnSpc>
                <a:spcPct val="150000"/>
              </a:lnSpc>
              <a:spcBef>
                <a:spcPts val="1200"/>
              </a:spcBef>
              <a:spcAft>
                <a:spcPts val="0"/>
              </a:spcAft>
              <a:buSzPts val="3600"/>
              <a:buNone/>
            </a:pPr>
            <a:r>
              <a:t/>
            </a:r>
            <a:endParaRPr sz="1600"/>
          </a:p>
        </p:txBody>
      </p:sp>
      <p:pic>
        <p:nvPicPr>
          <p:cNvPr id="455" name="Google Shape;455;p10" title="Chart"/>
          <p:cNvPicPr preferRelativeResize="0"/>
          <p:nvPr/>
        </p:nvPicPr>
        <p:blipFill rotWithShape="1">
          <a:blip r:embed="rId3">
            <a:alphaModFix/>
          </a:blip>
          <a:srcRect b="0" l="0" r="0" t="0"/>
          <a:stretch/>
        </p:blipFill>
        <p:spPr>
          <a:xfrm>
            <a:off x="330825" y="1112550"/>
            <a:ext cx="4839349" cy="2862450"/>
          </a:xfrm>
          <a:prstGeom prst="rect">
            <a:avLst/>
          </a:prstGeom>
          <a:noFill/>
          <a:ln>
            <a:noFill/>
          </a:ln>
        </p:spPr>
      </p:pic>
      <p:sp>
        <p:nvSpPr>
          <p:cNvPr id="456" name="Google Shape;456;p10"/>
          <p:cNvSpPr txBox="1"/>
          <p:nvPr>
            <p:ph type="title"/>
          </p:nvPr>
        </p:nvSpPr>
        <p:spPr>
          <a:xfrm>
            <a:off x="33425" y="0"/>
            <a:ext cx="60438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"Which request categories are causing the longest delays?"</a:t>
            </a:r>
            <a:endParaRPr sz="1300">
              <a:solidFill>
                <a:srgbClr val="4A86E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11"/>
          <p:cNvSpPr txBox="1"/>
          <p:nvPr>
            <p:ph idx="1" type="body"/>
          </p:nvPr>
        </p:nvSpPr>
        <p:spPr>
          <a:xfrm>
            <a:off x="5491775" y="1241375"/>
            <a:ext cx="3447000" cy="242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500"/>
              <a:buNone/>
            </a:pPr>
            <a:r>
              <a:rPr lang="en" sz="1600">
                <a:latin typeface="Hepta Slab SemiBold"/>
                <a:ea typeface="Hepta Slab SemiBold"/>
                <a:cs typeface="Hepta Slab SemiBold"/>
                <a:sym typeface="Hepta Slab SemiBold"/>
              </a:rPr>
              <a:t>Key Insights:</a:t>
            </a:r>
            <a:endParaRPr sz="1600">
              <a:latin typeface="Hepta Slab SemiBold"/>
              <a:ea typeface="Hepta Slab SemiBold"/>
              <a:cs typeface="Hepta Slab SemiBold"/>
              <a:sym typeface="Hepta Slab SemiBold"/>
            </a:endParaRPr>
          </a:p>
          <a:p>
            <a:pPr indent="-323850" lvl="0" marL="457200" rtl="0" algn="l">
              <a:lnSpc>
                <a:spcPct val="115000"/>
              </a:lnSpc>
              <a:spcBef>
                <a:spcPts val="1200"/>
              </a:spcBef>
              <a:spcAft>
                <a:spcPts val="0"/>
              </a:spcAft>
              <a:buSzPts val="1500"/>
              <a:buChar char="❏"/>
            </a:pPr>
            <a:r>
              <a:rPr lang="en" sz="1100">
                <a:latin typeface="Hepta Slab"/>
                <a:ea typeface="Hepta Slab"/>
                <a:cs typeface="Hepta Slab"/>
                <a:sym typeface="Hepta Slab"/>
              </a:rPr>
              <a:t>Severity Level 2 requires the highest average resolution time. </a:t>
            </a:r>
            <a:endParaRPr sz="1100">
              <a:latin typeface="Hepta Slab"/>
              <a:ea typeface="Hepta Slab"/>
              <a:cs typeface="Hepta Slab"/>
              <a:sym typeface="Hepta Slab"/>
            </a:endParaRPr>
          </a:p>
          <a:p>
            <a:pPr indent="-323850" lvl="0" marL="457200" rtl="0" algn="l">
              <a:lnSpc>
                <a:spcPct val="115000"/>
              </a:lnSpc>
              <a:spcBef>
                <a:spcPts val="0"/>
              </a:spcBef>
              <a:spcAft>
                <a:spcPts val="0"/>
              </a:spcAft>
              <a:buSzPts val="1500"/>
              <a:buChar char="❏"/>
            </a:pPr>
            <a:r>
              <a:rPr lang="en" sz="1100">
                <a:latin typeface="Hepta Slab"/>
                <a:ea typeface="Hepta Slab"/>
                <a:cs typeface="Hepta Slab"/>
                <a:sym typeface="Hepta Slab"/>
              </a:rPr>
              <a:t>Critical issues are generally resolved faster due to prioritization. </a:t>
            </a:r>
            <a:endParaRPr sz="1100">
              <a:latin typeface="Hepta Slab"/>
              <a:ea typeface="Hepta Slab"/>
              <a:cs typeface="Hepta Slab"/>
              <a:sym typeface="Hepta Slab"/>
            </a:endParaRPr>
          </a:p>
          <a:p>
            <a:pPr indent="-323850" lvl="0" marL="457200" rtl="0" algn="l">
              <a:lnSpc>
                <a:spcPct val="115000"/>
              </a:lnSpc>
              <a:spcBef>
                <a:spcPts val="0"/>
              </a:spcBef>
              <a:spcAft>
                <a:spcPts val="0"/>
              </a:spcAft>
              <a:buSzPts val="1500"/>
              <a:buChar char="❏"/>
            </a:pPr>
            <a:r>
              <a:rPr lang="en" sz="1100">
                <a:latin typeface="Hepta Slab"/>
                <a:ea typeface="Hepta Slab"/>
                <a:cs typeface="Hepta Slab"/>
                <a:sym typeface="Hepta Slab"/>
              </a:rPr>
              <a:t>Resolution time does not consistently increase with severity.</a:t>
            </a:r>
            <a:endParaRPr sz="1100">
              <a:latin typeface="Hepta Slab"/>
              <a:ea typeface="Hepta Slab"/>
              <a:cs typeface="Hepta Slab"/>
              <a:sym typeface="Hepta Slab"/>
            </a:endParaRPr>
          </a:p>
          <a:p>
            <a:pPr indent="0" lvl="0" marL="0" rtl="0" algn="l">
              <a:lnSpc>
                <a:spcPct val="100000"/>
              </a:lnSpc>
              <a:spcBef>
                <a:spcPts val="1200"/>
              </a:spcBef>
              <a:spcAft>
                <a:spcPts val="0"/>
              </a:spcAft>
              <a:buSzPts val="1500"/>
              <a:buNone/>
            </a:pPr>
            <a:br>
              <a:rPr lang="en" sz="1600"/>
            </a:br>
            <a:endParaRPr sz="1600"/>
          </a:p>
        </p:txBody>
      </p:sp>
      <p:sp>
        <p:nvSpPr>
          <p:cNvPr id="462" name="Google Shape;462;p11"/>
          <p:cNvSpPr txBox="1"/>
          <p:nvPr>
            <p:ph type="title"/>
          </p:nvPr>
        </p:nvSpPr>
        <p:spPr>
          <a:xfrm>
            <a:off x="311700" y="2316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Resolution Time Analysis -2</a:t>
            </a:r>
            <a:endParaRPr sz="3000">
              <a:solidFill>
                <a:srgbClr val="FF0000"/>
              </a:solidFill>
            </a:endParaRPr>
          </a:p>
        </p:txBody>
      </p:sp>
      <p:sp>
        <p:nvSpPr>
          <p:cNvPr id="463" name="Google Shape;463;p11"/>
          <p:cNvSpPr txBox="1"/>
          <p:nvPr>
            <p:ph idx="1" type="body"/>
          </p:nvPr>
        </p:nvSpPr>
        <p:spPr>
          <a:xfrm>
            <a:off x="258600" y="4436600"/>
            <a:ext cx="8626800" cy="5727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500"/>
              <a:buNone/>
            </a:pPr>
            <a:r>
              <a:rPr lang="en" sz="1200">
                <a:latin typeface="Hepta Slab SemiBold"/>
                <a:ea typeface="Hepta Slab SemiBold"/>
                <a:cs typeface="Hepta Slab SemiBold"/>
                <a:sym typeface="Hepta Slab SemiBold"/>
              </a:rPr>
              <a:t>Business Impact:</a:t>
            </a:r>
            <a:endParaRPr sz="1100">
              <a:latin typeface="Hepta Slab SemiBold"/>
              <a:ea typeface="Hepta Slab SemiBold"/>
              <a:cs typeface="Hepta Slab SemiBold"/>
              <a:sym typeface="Hepta Slab SemiBold"/>
            </a:endParaRPr>
          </a:p>
          <a:p>
            <a:pPr indent="0" lvl="0" marL="0" rtl="0" algn="ctr">
              <a:lnSpc>
                <a:spcPct val="100000"/>
              </a:lnSpc>
              <a:spcBef>
                <a:spcPts val="0"/>
              </a:spcBef>
              <a:spcAft>
                <a:spcPts val="0"/>
              </a:spcAft>
              <a:buSzPts val="1500"/>
              <a:buNone/>
            </a:pPr>
            <a:r>
              <a:rPr lang="en" sz="1100">
                <a:latin typeface="Hepta Slab Medium"/>
                <a:ea typeface="Hepta Slab Medium"/>
                <a:cs typeface="Hepta Slab Medium"/>
                <a:sym typeface="Hepta Slab Medium"/>
              </a:rPr>
              <a:t>Support teams may prioritize high-severity tickets, resulting in faster resolution despite higher urgency.</a:t>
            </a:r>
            <a:endParaRPr sz="1100">
              <a:latin typeface="Hepta Slab Medium"/>
              <a:ea typeface="Hepta Slab Medium"/>
              <a:cs typeface="Hepta Slab Medium"/>
              <a:sym typeface="Hepta Slab Medium"/>
            </a:endParaRPr>
          </a:p>
          <a:p>
            <a:pPr indent="0" lvl="0" marL="0" rtl="0" algn="ctr">
              <a:lnSpc>
                <a:spcPct val="100000"/>
              </a:lnSpc>
              <a:spcBef>
                <a:spcPts val="0"/>
              </a:spcBef>
              <a:spcAft>
                <a:spcPts val="0"/>
              </a:spcAft>
              <a:buSzPts val="1500"/>
              <a:buNone/>
            </a:pPr>
            <a:r>
              <a:t/>
            </a:r>
            <a:endParaRPr sz="1100"/>
          </a:p>
          <a:p>
            <a:pPr indent="0" lvl="0" marL="0" rtl="0" algn="ctr">
              <a:lnSpc>
                <a:spcPct val="100000"/>
              </a:lnSpc>
              <a:spcBef>
                <a:spcPts val="0"/>
              </a:spcBef>
              <a:spcAft>
                <a:spcPts val="0"/>
              </a:spcAft>
              <a:buSzPts val="1500"/>
              <a:buNone/>
            </a:pPr>
            <a:r>
              <a:t/>
            </a:r>
            <a:endParaRPr sz="1100"/>
          </a:p>
          <a:p>
            <a:pPr indent="0" lvl="0" marL="0" rtl="0" algn="ctr">
              <a:lnSpc>
                <a:spcPct val="100000"/>
              </a:lnSpc>
              <a:spcBef>
                <a:spcPts val="0"/>
              </a:spcBef>
              <a:spcAft>
                <a:spcPts val="0"/>
              </a:spcAft>
              <a:buSzPts val="1500"/>
              <a:buNone/>
            </a:pPr>
            <a:r>
              <a:t/>
            </a:r>
            <a:endParaRPr sz="1100"/>
          </a:p>
        </p:txBody>
      </p:sp>
      <p:pic>
        <p:nvPicPr>
          <p:cNvPr id="464" name="Google Shape;464;p11" title="Chart"/>
          <p:cNvPicPr preferRelativeResize="0"/>
          <p:nvPr/>
        </p:nvPicPr>
        <p:blipFill rotWithShape="1">
          <a:blip r:embed="rId3">
            <a:alphaModFix/>
          </a:blip>
          <a:srcRect b="0" l="0" r="0" t="0"/>
          <a:stretch/>
        </p:blipFill>
        <p:spPr>
          <a:xfrm>
            <a:off x="175450" y="1072375"/>
            <a:ext cx="4824299" cy="2686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2"/>
          <p:cNvSpPr/>
          <p:nvPr/>
        </p:nvSpPr>
        <p:spPr>
          <a:xfrm>
            <a:off x="447550" y="4492475"/>
            <a:ext cx="8541900" cy="2757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2F2F3"/>
              </a:buClr>
              <a:buSzPts val="2750"/>
              <a:buFont typeface="Poppins Light"/>
              <a:buNone/>
            </a:pPr>
            <a:r>
              <a:rPr b="0" i="0" lang="en" sz="1550" u="none" cap="none" strike="noStrike">
                <a:solidFill>
                  <a:schemeClr val="dk2"/>
                </a:solidFill>
                <a:latin typeface="Hepta Slab SemiBold"/>
                <a:ea typeface="Hepta Slab SemiBold"/>
                <a:cs typeface="Hepta Slab SemiBold"/>
                <a:sym typeface="Hepta Slab SemiBold"/>
              </a:rPr>
              <a:t>Business Impact</a:t>
            </a:r>
            <a:r>
              <a:rPr b="0" i="0" lang="en" sz="1550" u="none" cap="none" strike="noStrike">
                <a:solidFill>
                  <a:srgbClr val="F2F2F3"/>
                </a:solidFill>
                <a:latin typeface="Hepta Slab SemiBold"/>
                <a:ea typeface="Hepta Slab SemiBold"/>
                <a:cs typeface="Hepta Slab SemiBold"/>
                <a:sym typeface="Hepta Slab SemiBold"/>
              </a:rPr>
              <a:t> </a:t>
            </a:r>
            <a:r>
              <a:rPr b="0" i="0" lang="en" sz="1550" u="none" cap="none" strike="noStrike">
                <a:solidFill>
                  <a:srgbClr val="F2F2F3"/>
                </a:solidFill>
                <a:latin typeface="Poppins Light"/>
                <a:ea typeface="Poppins Light"/>
                <a:cs typeface="Poppins Light"/>
                <a:sym typeface="Poppins Light"/>
              </a:rPr>
              <a:t>: </a:t>
            </a:r>
            <a:r>
              <a:rPr b="0" i="0" lang="en" sz="1050" u="none" cap="none" strike="noStrike">
                <a:solidFill>
                  <a:srgbClr val="F2F2F3"/>
                </a:solidFill>
                <a:latin typeface="Hepta Slab Medium"/>
                <a:ea typeface="Hepta Slab Medium"/>
                <a:cs typeface="Hepta Slab Medium"/>
                <a:sym typeface="Hepta Slab Medium"/>
              </a:rPr>
              <a:t>Increasing ticket volumes highlight the importance of efficient support processes, workforce planning, and technology investments to maintain service quality.</a:t>
            </a:r>
            <a:endParaRPr b="0" i="0" sz="1250" u="none" cap="none" strike="noStrike">
              <a:solidFill>
                <a:srgbClr val="000000"/>
              </a:solidFill>
              <a:latin typeface="Hepta Slab Medium"/>
              <a:ea typeface="Hepta Slab Medium"/>
              <a:cs typeface="Hepta Slab Medium"/>
              <a:sym typeface="Hepta Slab Medium"/>
            </a:endParaRPr>
          </a:p>
        </p:txBody>
      </p:sp>
      <p:sp>
        <p:nvSpPr>
          <p:cNvPr id="470" name="Google Shape;470;p12"/>
          <p:cNvSpPr txBox="1"/>
          <p:nvPr>
            <p:ph type="title"/>
          </p:nvPr>
        </p:nvSpPr>
        <p:spPr>
          <a:xfrm>
            <a:off x="697350" y="123150"/>
            <a:ext cx="7749300" cy="876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Ticket Volume Trend Analysis</a:t>
            </a:r>
            <a:endParaRPr sz="3000">
              <a:solidFill>
                <a:srgbClr val="FF0000"/>
              </a:solidFill>
            </a:endParaRPr>
          </a:p>
        </p:txBody>
      </p:sp>
      <p:sp>
        <p:nvSpPr>
          <p:cNvPr id="471" name="Google Shape;471;p12"/>
          <p:cNvSpPr txBox="1"/>
          <p:nvPr>
            <p:ph type="title"/>
          </p:nvPr>
        </p:nvSpPr>
        <p:spPr>
          <a:xfrm>
            <a:off x="5320250" y="999750"/>
            <a:ext cx="3552900" cy="3453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SzPts val="3600"/>
              <a:buNone/>
            </a:pPr>
            <a:r>
              <a:rPr lang="en" sz="1600">
                <a:latin typeface="Hepta Slab SemiBold"/>
                <a:ea typeface="Hepta Slab SemiBold"/>
                <a:cs typeface="Hepta Slab SemiBold"/>
                <a:sym typeface="Hepta Slab SemiBold"/>
              </a:rPr>
              <a:t>Key Insights</a:t>
            </a:r>
            <a:endParaRPr sz="1600">
              <a:latin typeface="Hepta Slab SemiBold"/>
              <a:ea typeface="Hepta Slab SemiBold"/>
              <a:cs typeface="Hepta Slab SemiBold"/>
              <a:sym typeface="Hepta Slab SemiBold"/>
            </a:endParaRPr>
          </a:p>
          <a:p>
            <a:pPr indent="0" lvl="0" marL="0" rtl="0" algn="l">
              <a:lnSpc>
                <a:spcPct val="115000"/>
              </a:lnSpc>
              <a:spcBef>
                <a:spcPts val="1400"/>
              </a:spcBef>
              <a:spcAft>
                <a:spcPts val="0"/>
              </a:spcAft>
              <a:buSzPts val="3600"/>
              <a:buNone/>
            </a:pPr>
            <a:r>
              <a:t/>
            </a:r>
            <a:endParaRPr sz="1600">
              <a:latin typeface="Hepta Slab SemiBold"/>
              <a:ea typeface="Hepta Slab SemiBold"/>
              <a:cs typeface="Hepta Slab SemiBold"/>
              <a:sym typeface="Hepta Slab SemiBold"/>
            </a:endParaRPr>
          </a:p>
          <a:p>
            <a:pPr indent="-311150" lvl="0" marL="457200" rtl="0" algn="l">
              <a:lnSpc>
                <a:spcPct val="150000"/>
              </a:lnSpc>
              <a:spcBef>
                <a:spcPts val="1200"/>
              </a:spcBef>
              <a:spcAft>
                <a:spcPts val="0"/>
              </a:spcAft>
              <a:buClr>
                <a:srgbClr val="FF0000"/>
              </a:buClr>
              <a:buSzPts val="1300"/>
              <a:buFont typeface="Hepta Slab"/>
              <a:buChar char="❏"/>
            </a:pPr>
            <a:r>
              <a:rPr lang="en" sz="1300">
                <a:latin typeface="Hepta Slab"/>
                <a:ea typeface="Hepta Slab"/>
                <a:cs typeface="Hepta Slab"/>
                <a:sym typeface="Hepta Slab"/>
              </a:rPr>
              <a:t>Ticket volume increased over the analysis period. </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Peak ticket volumes occurred during 2020. </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Recurring fluctuations suggest cyclical workload patterns. </a:t>
            </a:r>
            <a:endParaRPr sz="1400">
              <a:latin typeface="Arial"/>
              <a:ea typeface="Arial"/>
              <a:cs typeface="Arial"/>
              <a:sym typeface="Arial"/>
            </a:endParaRPr>
          </a:p>
          <a:p>
            <a:pPr indent="0" lvl="0" marL="0" rtl="0" algn="l">
              <a:lnSpc>
                <a:spcPct val="100000"/>
              </a:lnSpc>
              <a:spcBef>
                <a:spcPts val="1200"/>
              </a:spcBef>
              <a:spcAft>
                <a:spcPts val="0"/>
              </a:spcAft>
              <a:buSzPts val="3600"/>
              <a:buNone/>
            </a:pPr>
            <a:r>
              <a:t/>
            </a:r>
            <a:endParaRPr sz="1600"/>
          </a:p>
        </p:txBody>
      </p:sp>
      <p:pic>
        <p:nvPicPr>
          <p:cNvPr id="472" name="Google Shape;472;p12" title="Chart"/>
          <p:cNvPicPr preferRelativeResize="0"/>
          <p:nvPr/>
        </p:nvPicPr>
        <p:blipFill rotWithShape="1">
          <a:blip r:embed="rId3">
            <a:alphaModFix/>
          </a:blip>
          <a:srcRect b="0" l="0" r="0" t="0"/>
          <a:stretch/>
        </p:blipFill>
        <p:spPr>
          <a:xfrm>
            <a:off x="152400" y="1152150"/>
            <a:ext cx="5015447" cy="3037058"/>
          </a:xfrm>
          <a:prstGeom prst="rect">
            <a:avLst/>
          </a:prstGeom>
          <a:noFill/>
          <a:ln>
            <a:noFill/>
          </a:ln>
        </p:spPr>
      </p:pic>
      <p:sp>
        <p:nvSpPr>
          <p:cNvPr id="473" name="Google Shape;473;p12"/>
          <p:cNvSpPr txBox="1"/>
          <p:nvPr>
            <p:ph type="title"/>
          </p:nvPr>
        </p:nvSpPr>
        <p:spPr>
          <a:xfrm>
            <a:off x="33425" y="0"/>
            <a:ext cx="60438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"How has demand for IT support changed over time?"</a:t>
            </a:r>
            <a:endParaRPr sz="1300">
              <a:solidFill>
                <a:srgbClr val="4A86E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4"/>
          <p:cNvSpPr txBox="1"/>
          <p:nvPr>
            <p:ph type="title"/>
          </p:nvPr>
        </p:nvSpPr>
        <p:spPr>
          <a:xfrm>
            <a:off x="152400" y="123150"/>
            <a:ext cx="8795100" cy="876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Customer Satisfaction Trend Analysis</a:t>
            </a:r>
            <a:endParaRPr sz="3000">
              <a:solidFill>
                <a:srgbClr val="FF0000"/>
              </a:solidFill>
            </a:endParaRPr>
          </a:p>
        </p:txBody>
      </p:sp>
      <p:sp>
        <p:nvSpPr>
          <p:cNvPr id="479" name="Google Shape;479;p14"/>
          <p:cNvSpPr txBox="1"/>
          <p:nvPr>
            <p:ph type="title"/>
          </p:nvPr>
        </p:nvSpPr>
        <p:spPr>
          <a:xfrm>
            <a:off x="5320250" y="999750"/>
            <a:ext cx="3552900" cy="3453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SzPts val="3600"/>
              <a:buNone/>
            </a:pPr>
            <a:r>
              <a:rPr lang="en" sz="1600">
                <a:latin typeface="Hepta Slab SemiBold"/>
                <a:ea typeface="Hepta Slab SemiBold"/>
                <a:cs typeface="Hepta Slab SemiBold"/>
                <a:sym typeface="Hepta Slab SemiBold"/>
              </a:rPr>
              <a:t>Key Insights</a:t>
            </a:r>
            <a:endParaRPr sz="1600">
              <a:latin typeface="Hepta Slab SemiBold"/>
              <a:ea typeface="Hepta Slab SemiBold"/>
              <a:cs typeface="Hepta Slab SemiBold"/>
              <a:sym typeface="Hepta Slab SemiBold"/>
            </a:endParaRPr>
          </a:p>
          <a:p>
            <a:pPr indent="-311150" lvl="0" marL="457200" rtl="0" algn="l">
              <a:lnSpc>
                <a:spcPct val="150000"/>
              </a:lnSpc>
              <a:spcBef>
                <a:spcPts val="1200"/>
              </a:spcBef>
              <a:spcAft>
                <a:spcPts val="0"/>
              </a:spcAft>
              <a:buClr>
                <a:srgbClr val="FF0000"/>
              </a:buClr>
              <a:buSzPts val="1300"/>
              <a:buFont typeface="Hepta Slab"/>
              <a:buChar char="❏"/>
            </a:pPr>
            <a:r>
              <a:rPr lang="en" sz="1300">
                <a:latin typeface="Hepta Slab"/>
                <a:ea typeface="Hepta Slab"/>
                <a:cs typeface="Hepta Slab"/>
                <a:sym typeface="Hepta Slab"/>
              </a:rPr>
              <a:t>Satisfaction remained consistently high throughout the analysis period. </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Satisfaction improved gradually over time. </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Increased ticket volume did not significantly reduce satisfaction levels. </a:t>
            </a:r>
            <a:endParaRPr sz="1400">
              <a:latin typeface="Arial"/>
              <a:ea typeface="Arial"/>
              <a:cs typeface="Arial"/>
              <a:sym typeface="Arial"/>
            </a:endParaRPr>
          </a:p>
          <a:p>
            <a:pPr indent="0" lvl="0" marL="0" rtl="0" algn="l">
              <a:lnSpc>
                <a:spcPct val="100000"/>
              </a:lnSpc>
              <a:spcBef>
                <a:spcPts val="1200"/>
              </a:spcBef>
              <a:spcAft>
                <a:spcPts val="0"/>
              </a:spcAft>
              <a:buSzPts val="3600"/>
              <a:buNone/>
            </a:pPr>
            <a:r>
              <a:t/>
            </a:r>
            <a:endParaRPr sz="1600"/>
          </a:p>
        </p:txBody>
      </p:sp>
      <p:pic>
        <p:nvPicPr>
          <p:cNvPr id="480" name="Google Shape;480;p14" title="Chart"/>
          <p:cNvPicPr preferRelativeResize="0"/>
          <p:nvPr/>
        </p:nvPicPr>
        <p:blipFill rotWithShape="1">
          <a:blip r:embed="rId3">
            <a:alphaModFix/>
          </a:blip>
          <a:srcRect b="0" l="0" r="0" t="0"/>
          <a:stretch/>
        </p:blipFill>
        <p:spPr>
          <a:xfrm>
            <a:off x="152400" y="1152150"/>
            <a:ext cx="5015447" cy="3037058"/>
          </a:xfrm>
          <a:prstGeom prst="rect">
            <a:avLst/>
          </a:prstGeom>
          <a:noFill/>
          <a:ln>
            <a:noFill/>
          </a:ln>
        </p:spPr>
      </p:pic>
      <p:sp>
        <p:nvSpPr>
          <p:cNvPr id="481" name="Google Shape;481;p14"/>
          <p:cNvSpPr txBox="1"/>
          <p:nvPr>
            <p:ph type="title"/>
          </p:nvPr>
        </p:nvSpPr>
        <p:spPr>
          <a:xfrm>
            <a:off x="33425" y="0"/>
            <a:ext cx="68763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"Has service quality remained stable as ticket volumes changed?"</a:t>
            </a:r>
            <a:endParaRPr sz="1300">
              <a:solidFill>
                <a:srgbClr val="4A86E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9"/>
          <p:cNvSpPr txBox="1"/>
          <p:nvPr>
            <p:ph type="title"/>
          </p:nvPr>
        </p:nvSpPr>
        <p:spPr>
          <a:xfrm>
            <a:off x="697350" y="123150"/>
            <a:ext cx="7749300" cy="876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Workforce Demographics Analysis</a:t>
            </a:r>
            <a:endParaRPr sz="3000">
              <a:solidFill>
                <a:srgbClr val="FF0000"/>
              </a:solidFill>
            </a:endParaRPr>
          </a:p>
        </p:txBody>
      </p:sp>
      <p:sp>
        <p:nvSpPr>
          <p:cNvPr id="487" name="Google Shape;487;p19"/>
          <p:cNvSpPr txBox="1"/>
          <p:nvPr>
            <p:ph type="title"/>
          </p:nvPr>
        </p:nvSpPr>
        <p:spPr>
          <a:xfrm>
            <a:off x="5320250" y="999750"/>
            <a:ext cx="3552900" cy="34533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1400"/>
              </a:spcBef>
              <a:spcAft>
                <a:spcPts val="0"/>
              </a:spcAft>
              <a:buSzPts val="3600"/>
              <a:buNone/>
            </a:pPr>
            <a:r>
              <a:rPr lang="en" sz="1600">
                <a:latin typeface="Hepta Slab SemiBold"/>
                <a:ea typeface="Hepta Slab SemiBold"/>
                <a:cs typeface="Hepta Slab SemiBold"/>
                <a:sym typeface="Hepta Slab SemiBold"/>
              </a:rPr>
              <a:t>Key Insights</a:t>
            </a:r>
            <a:endParaRPr sz="1600">
              <a:latin typeface="Hepta Slab SemiBold"/>
              <a:ea typeface="Hepta Slab SemiBold"/>
              <a:cs typeface="Hepta Slab SemiBold"/>
              <a:sym typeface="Hepta Slab SemiBold"/>
            </a:endParaRPr>
          </a:p>
          <a:p>
            <a:pPr indent="-311150" lvl="0" marL="457200" rtl="0" algn="l">
              <a:lnSpc>
                <a:spcPct val="150000"/>
              </a:lnSpc>
              <a:spcBef>
                <a:spcPts val="1200"/>
              </a:spcBef>
              <a:spcAft>
                <a:spcPts val="0"/>
              </a:spcAft>
              <a:buClr>
                <a:srgbClr val="FF0000"/>
              </a:buClr>
              <a:buSzPts val="1300"/>
              <a:buFont typeface="Hepta Slab"/>
              <a:buChar char="❏"/>
            </a:pPr>
            <a:r>
              <a:rPr lang="en" sz="1300">
                <a:latin typeface="Hepta Slab"/>
                <a:ea typeface="Hepta Slab"/>
                <a:cs typeface="Hepta Slab"/>
                <a:sym typeface="Hepta Slab"/>
              </a:rPr>
              <a:t>Satisfaction ratings remain relatively consistent across age groups. </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No significant performance differences are observed between age groups. </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Employee satisfaction remains above 4.0 across the workforce. </a:t>
            </a:r>
            <a:endParaRPr sz="1400">
              <a:latin typeface="Arial"/>
              <a:ea typeface="Arial"/>
              <a:cs typeface="Arial"/>
              <a:sym typeface="Arial"/>
            </a:endParaRPr>
          </a:p>
          <a:p>
            <a:pPr indent="0" lvl="0" marL="0" rtl="0" algn="l">
              <a:lnSpc>
                <a:spcPct val="150000"/>
              </a:lnSpc>
              <a:spcBef>
                <a:spcPts val="1200"/>
              </a:spcBef>
              <a:spcAft>
                <a:spcPts val="0"/>
              </a:spcAft>
              <a:buSzPts val="3600"/>
              <a:buNone/>
            </a:pPr>
            <a:r>
              <a:t/>
            </a:r>
            <a:endParaRPr sz="1600"/>
          </a:p>
        </p:txBody>
      </p:sp>
      <p:pic>
        <p:nvPicPr>
          <p:cNvPr id="488" name="Google Shape;488;p19" title="Chart"/>
          <p:cNvPicPr preferRelativeResize="0"/>
          <p:nvPr/>
        </p:nvPicPr>
        <p:blipFill rotWithShape="1">
          <a:blip r:embed="rId3">
            <a:alphaModFix/>
          </a:blip>
          <a:srcRect b="0" l="0" r="0" t="0"/>
          <a:stretch/>
        </p:blipFill>
        <p:spPr>
          <a:xfrm>
            <a:off x="211100" y="1152150"/>
            <a:ext cx="4916399" cy="3187925"/>
          </a:xfrm>
          <a:prstGeom prst="rect">
            <a:avLst/>
          </a:prstGeom>
          <a:noFill/>
          <a:ln>
            <a:noFill/>
          </a:ln>
        </p:spPr>
      </p:pic>
      <p:sp>
        <p:nvSpPr>
          <p:cNvPr id="489" name="Google Shape;489;p19"/>
          <p:cNvSpPr txBox="1"/>
          <p:nvPr>
            <p:ph type="title"/>
          </p:nvPr>
        </p:nvSpPr>
        <p:spPr>
          <a:xfrm>
            <a:off x="33425" y="0"/>
            <a:ext cx="77940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"Do workforce demographics influence satisfaction and performance outcomes?"</a:t>
            </a:r>
            <a:endParaRPr sz="1300">
              <a:solidFill>
                <a:srgbClr val="4A86E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0"/>
          <p:cNvSpPr txBox="1"/>
          <p:nvPr>
            <p:ph type="title"/>
          </p:nvPr>
        </p:nvSpPr>
        <p:spPr>
          <a:xfrm>
            <a:off x="697350" y="123150"/>
            <a:ext cx="7749300" cy="876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Severity &amp; Service Quality Analysis</a:t>
            </a:r>
            <a:endParaRPr sz="3000">
              <a:solidFill>
                <a:srgbClr val="FF0000"/>
              </a:solidFill>
            </a:endParaRPr>
          </a:p>
        </p:txBody>
      </p:sp>
      <p:sp>
        <p:nvSpPr>
          <p:cNvPr id="495" name="Google Shape;495;p20"/>
          <p:cNvSpPr txBox="1"/>
          <p:nvPr>
            <p:ph type="title"/>
          </p:nvPr>
        </p:nvSpPr>
        <p:spPr>
          <a:xfrm>
            <a:off x="5320250" y="999750"/>
            <a:ext cx="3552900" cy="34533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1400"/>
              </a:spcBef>
              <a:spcAft>
                <a:spcPts val="0"/>
              </a:spcAft>
              <a:buSzPts val="3600"/>
              <a:buNone/>
            </a:pPr>
            <a:r>
              <a:rPr lang="en" sz="1600">
                <a:latin typeface="Hepta Slab SemiBold"/>
                <a:ea typeface="Hepta Slab SemiBold"/>
                <a:cs typeface="Hepta Slab SemiBold"/>
                <a:sym typeface="Hepta Slab SemiBold"/>
              </a:rPr>
              <a:t>Key Insights</a:t>
            </a:r>
            <a:endParaRPr sz="1600">
              <a:latin typeface="Hepta Slab SemiBold"/>
              <a:ea typeface="Hepta Slab SemiBold"/>
              <a:cs typeface="Hepta Slab SemiBold"/>
              <a:sym typeface="Hepta Slab SemiBold"/>
            </a:endParaRPr>
          </a:p>
          <a:p>
            <a:pPr indent="-311150" lvl="0" marL="457200" rtl="0" algn="l">
              <a:lnSpc>
                <a:spcPct val="150000"/>
              </a:lnSpc>
              <a:spcBef>
                <a:spcPts val="1200"/>
              </a:spcBef>
              <a:spcAft>
                <a:spcPts val="0"/>
              </a:spcAft>
              <a:buClr>
                <a:srgbClr val="FF0000"/>
              </a:buClr>
              <a:buSzPts val="1300"/>
              <a:buFont typeface="Hepta Slab"/>
              <a:buChar char="❏"/>
            </a:pPr>
            <a:r>
              <a:rPr lang="en" sz="1300">
                <a:latin typeface="Hepta Slab"/>
                <a:ea typeface="Hepta Slab"/>
                <a:cs typeface="Hepta Slab"/>
                <a:sym typeface="Hepta Slab"/>
              </a:rPr>
              <a:t>Most tickets fall under Severity Level 2. </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High-severity tickets represent a smaller portion of the workload. </a:t>
            </a:r>
            <a:endParaRPr sz="1300">
              <a:latin typeface="Hepta Slab"/>
              <a:ea typeface="Hepta Slab"/>
              <a:cs typeface="Hepta Slab"/>
              <a:sym typeface="Hepta Slab"/>
            </a:endParaRPr>
          </a:p>
          <a:p>
            <a:pPr indent="-311150" lvl="0" marL="457200" rtl="0" algn="l">
              <a:lnSpc>
                <a:spcPct val="150000"/>
              </a:lnSpc>
              <a:spcBef>
                <a:spcPts val="0"/>
              </a:spcBef>
              <a:spcAft>
                <a:spcPts val="0"/>
              </a:spcAft>
              <a:buClr>
                <a:srgbClr val="FF0000"/>
              </a:buClr>
              <a:buSzPts val="1300"/>
              <a:buFont typeface="Hepta Slab"/>
              <a:buChar char="❏"/>
            </a:pPr>
            <a:r>
              <a:rPr lang="en" sz="1300">
                <a:latin typeface="Hepta Slab"/>
                <a:ea typeface="Hepta Slab"/>
                <a:cs typeface="Hepta Slab"/>
                <a:sym typeface="Hepta Slab"/>
              </a:rPr>
              <a:t>Operations primarily focus on moderate and recurring issues. </a:t>
            </a:r>
            <a:endParaRPr sz="1400">
              <a:latin typeface="Arial"/>
              <a:ea typeface="Arial"/>
              <a:cs typeface="Arial"/>
              <a:sym typeface="Arial"/>
            </a:endParaRPr>
          </a:p>
          <a:p>
            <a:pPr indent="0" lvl="0" marL="0" rtl="0" algn="l">
              <a:lnSpc>
                <a:spcPct val="150000"/>
              </a:lnSpc>
              <a:spcBef>
                <a:spcPts val="1200"/>
              </a:spcBef>
              <a:spcAft>
                <a:spcPts val="0"/>
              </a:spcAft>
              <a:buSzPts val="3600"/>
              <a:buNone/>
            </a:pPr>
            <a:r>
              <a:t/>
            </a:r>
            <a:endParaRPr sz="1600"/>
          </a:p>
        </p:txBody>
      </p:sp>
      <p:pic>
        <p:nvPicPr>
          <p:cNvPr id="496" name="Google Shape;496;p20" title="Chart"/>
          <p:cNvPicPr preferRelativeResize="0"/>
          <p:nvPr/>
        </p:nvPicPr>
        <p:blipFill rotWithShape="1">
          <a:blip r:embed="rId3">
            <a:alphaModFix/>
          </a:blip>
          <a:srcRect b="0" l="0" r="0" t="0"/>
          <a:stretch/>
        </p:blipFill>
        <p:spPr>
          <a:xfrm>
            <a:off x="152400" y="1152150"/>
            <a:ext cx="4921576" cy="3187925"/>
          </a:xfrm>
          <a:prstGeom prst="rect">
            <a:avLst/>
          </a:prstGeom>
          <a:noFill/>
          <a:ln>
            <a:noFill/>
          </a:ln>
        </p:spPr>
      </p:pic>
      <p:sp>
        <p:nvSpPr>
          <p:cNvPr id="497" name="Google Shape;497;p20"/>
          <p:cNvSpPr txBox="1"/>
          <p:nvPr>
            <p:ph type="title"/>
          </p:nvPr>
        </p:nvSpPr>
        <p:spPr>
          <a:xfrm>
            <a:off x="33425" y="0"/>
            <a:ext cx="77940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"Are operational challenges driven by a large number of critical issues?"</a:t>
            </a:r>
            <a:endParaRPr sz="1300">
              <a:solidFill>
                <a:srgbClr val="4A86E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1" name="Shape 501"/>
        <p:cNvGrpSpPr/>
        <p:nvPr/>
      </p:nvGrpSpPr>
      <p:grpSpPr>
        <a:xfrm>
          <a:off x="0" y="0"/>
          <a:ext cx="0" cy="0"/>
          <a:chOff x="0" y="0"/>
          <a:chExt cx="0" cy="0"/>
        </a:xfrm>
      </p:grpSpPr>
      <p:sp>
        <p:nvSpPr>
          <p:cNvPr id="502" name="Google Shape;502;p21"/>
          <p:cNvSpPr txBox="1"/>
          <p:nvPr/>
        </p:nvSpPr>
        <p:spPr>
          <a:xfrm>
            <a:off x="372750" y="1481700"/>
            <a:ext cx="3959100" cy="245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lt1"/>
                </a:solidFill>
                <a:latin typeface="Hepta Slab SemiBold"/>
                <a:ea typeface="Hepta Slab SemiBold"/>
                <a:cs typeface="Hepta Slab SemiBold"/>
                <a:sym typeface="Hepta Slab SemiBold"/>
              </a:rPr>
              <a:t>Insight 1</a:t>
            </a:r>
            <a:endParaRPr b="0" i="0" sz="1500" u="none" cap="none" strike="noStrike">
              <a:solidFill>
                <a:schemeClr val="lt1"/>
              </a:solidFill>
              <a:latin typeface="Hepta Slab SemiBold"/>
              <a:ea typeface="Hepta Slab SemiBold"/>
              <a:cs typeface="Hepta Slab SemiBold"/>
              <a:sym typeface="Hepta Slab SemiBold"/>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p:txBody>
      </p:sp>
      <p:sp>
        <p:nvSpPr>
          <p:cNvPr id="503" name="Google Shape;503;p21"/>
          <p:cNvSpPr txBox="1"/>
          <p:nvPr>
            <p:ph idx="1" type="subTitle"/>
          </p:nvPr>
        </p:nvSpPr>
        <p:spPr>
          <a:xfrm>
            <a:off x="1171724" y="250825"/>
            <a:ext cx="6858000" cy="337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3000">
                <a:solidFill>
                  <a:srgbClr val="FF0000"/>
                </a:solidFill>
              </a:rPr>
              <a:t>Key Business Insights</a:t>
            </a:r>
            <a:endParaRPr sz="3000">
              <a:solidFill>
                <a:srgbClr val="FF0000"/>
              </a:solidFill>
            </a:endParaRPr>
          </a:p>
          <a:p>
            <a:pPr indent="0" lvl="0" marL="0" rtl="0" algn="l">
              <a:lnSpc>
                <a:spcPct val="100000"/>
              </a:lnSpc>
              <a:spcBef>
                <a:spcPts val="0"/>
              </a:spcBef>
              <a:spcAft>
                <a:spcPts val="0"/>
              </a:spcAft>
              <a:buSzPts val="1400"/>
              <a:buNone/>
            </a:pPr>
            <a:r>
              <a:t/>
            </a:r>
            <a:endParaRPr sz="1600">
              <a:solidFill>
                <a:schemeClr val="dk1"/>
              </a:solidFill>
            </a:endParaRPr>
          </a:p>
        </p:txBody>
      </p:sp>
      <p:sp>
        <p:nvSpPr>
          <p:cNvPr id="504" name="Google Shape;504;p21"/>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100"/>
              <a:buNone/>
            </a:pPr>
            <a:fld id="{00000000-1234-1234-1234-123412341234}" type="slidenum">
              <a:rPr lang="en"/>
              <a:t>‹#›</a:t>
            </a:fld>
            <a:endParaRPr/>
          </a:p>
        </p:txBody>
      </p:sp>
      <p:sp>
        <p:nvSpPr>
          <p:cNvPr id="505" name="Google Shape;505;p21"/>
          <p:cNvSpPr txBox="1"/>
          <p:nvPr/>
        </p:nvSpPr>
        <p:spPr>
          <a:xfrm>
            <a:off x="372750" y="1806450"/>
            <a:ext cx="3959100" cy="2451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chemeClr val="lt1"/>
              </a:buClr>
              <a:buSzPts val="1100"/>
              <a:buFont typeface="Arial"/>
              <a:buNone/>
            </a:pPr>
            <a:r>
              <a:rPr b="0" i="0" lang="en" sz="1500" u="none" cap="none" strike="noStrike">
                <a:solidFill>
                  <a:schemeClr val="lt1"/>
                </a:solidFill>
                <a:latin typeface="Hepta Slab Medium"/>
                <a:ea typeface="Hepta Slab Medium"/>
                <a:cs typeface="Hepta Slab Medium"/>
                <a:sym typeface="Hepta Slab Medium"/>
              </a:rPr>
              <a:t>High Support Demand Concentration</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l">
              <a:lnSpc>
                <a:spcPct val="115000"/>
              </a:lnSpc>
              <a:spcBef>
                <a:spcPts val="3200"/>
              </a:spcBef>
              <a:spcAft>
                <a:spcPts val="0"/>
              </a:spcAft>
              <a:buClr>
                <a:schemeClr val="lt1"/>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p:txBody>
      </p:sp>
      <p:sp>
        <p:nvSpPr>
          <p:cNvPr id="506" name="Google Shape;506;p21"/>
          <p:cNvSpPr txBox="1"/>
          <p:nvPr/>
        </p:nvSpPr>
        <p:spPr>
          <a:xfrm>
            <a:off x="309250" y="2131200"/>
            <a:ext cx="3959100" cy="693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3200"/>
              </a:spcAft>
              <a:buClr>
                <a:srgbClr val="000000"/>
              </a:buClr>
              <a:buSzPts val="1200"/>
              <a:buFont typeface="Arial"/>
              <a:buNone/>
            </a:pPr>
            <a:r>
              <a:rPr b="0" i="0" lang="en" sz="1200" u="none" cap="none" strike="noStrike">
                <a:solidFill>
                  <a:schemeClr val="lt1"/>
                </a:solidFill>
                <a:latin typeface="Hepta Slab"/>
                <a:ea typeface="Hepta Slab"/>
                <a:cs typeface="Hepta Slab"/>
                <a:sym typeface="Hepta Slab"/>
              </a:rPr>
              <a:t>System and Login Access requests account for approximately 70% of all tickets, indicating that improvements in these areas can significantly reduce overall support workload.</a:t>
            </a:r>
            <a:endParaRPr b="0" i="0" sz="1200" u="none" cap="none" strike="noStrike">
              <a:solidFill>
                <a:schemeClr val="lt1"/>
              </a:solidFill>
              <a:latin typeface="Hepta Slab Medium"/>
              <a:ea typeface="Hepta Slab Medium"/>
              <a:cs typeface="Hepta Slab Medium"/>
              <a:sym typeface="Hepta Slab Medium"/>
            </a:endParaRPr>
          </a:p>
        </p:txBody>
      </p:sp>
      <p:sp>
        <p:nvSpPr>
          <p:cNvPr id="507" name="Google Shape;507;p21"/>
          <p:cNvSpPr txBox="1"/>
          <p:nvPr/>
        </p:nvSpPr>
        <p:spPr>
          <a:xfrm>
            <a:off x="4880325" y="1481700"/>
            <a:ext cx="3959100" cy="245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lt1"/>
                </a:solidFill>
                <a:latin typeface="Hepta Slab SemiBold"/>
                <a:ea typeface="Hepta Slab SemiBold"/>
                <a:cs typeface="Hepta Slab SemiBold"/>
                <a:sym typeface="Hepta Slab SemiBold"/>
              </a:rPr>
              <a:t>Insight 2</a:t>
            </a:r>
            <a:endParaRPr b="0" i="0" sz="1500" u="none" cap="none" strike="noStrike">
              <a:solidFill>
                <a:schemeClr val="lt1"/>
              </a:solidFill>
              <a:latin typeface="Hepta Slab SemiBold"/>
              <a:ea typeface="Hepta Slab SemiBold"/>
              <a:cs typeface="Hepta Slab SemiBold"/>
              <a:sym typeface="Hepta Slab SemiBold"/>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p:txBody>
      </p:sp>
      <p:sp>
        <p:nvSpPr>
          <p:cNvPr id="508" name="Google Shape;508;p21"/>
          <p:cNvSpPr txBox="1"/>
          <p:nvPr/>
        </p:nvSpPr>
        <p:spPr>
          <a:xfrm>
            <a:off x="4880325" y="1806450"/>
            <a:ext cx="3959100" cy="2451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1500"/>
              <a:buFont typeface="Arial"/>
              <a:buNone/>
            </a:pPr>
            <a:r>
              <a:rPr b="0" i="0" lang="en" sz="1500" u="none" cap="none" strike="noStrike">
                <a:solidFill>
                  <a:schemeClr val="lt1"/>
                </a:solidFill>
                <a:latin typeface="Hepta Slab Medium"/>
                <a:ea typeface="Hepta Slab Medium"/>
                <a:cs typeface="Hepta Slab Medium"/>
                <a:sym typeface="Hepta Slab Medium"/>
              </a:rPr>
              <a:t>Stable Customer Satisfaction</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l">
              <a:lnSpc>
                <a:spcPct val="115000"/>
              </a:lnSpc>
              <a:spcBef>
                <a:spcPts val="320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p:txBody>
      </p:sp>
      <p:sp>
        <p:nvSpPr>
          <p:cNvPr id="509" name="Google Shape;509;p21"/>
          <p:cNvSpPr txBox="1"/>
          <p:nvPr/>
        </p:nvSpPr>
        <p:spPr>
          <a:xfrm>
            <a:off x="4816825" y="2131200"/>
            <a:ext cx="3959100" cy="693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3200"/>
              </a:spcAft>
              <a:buClr>
                <a:srgbClr val="000000"/>
              </a:buClr>
              <a:buSzPts val="1200"/>
              <a:buFont typeface="Arial"/>
              <a:buNone/>
            </a:pPr>
            <a:r>
              <a:rPr b="0" i="0" lang="en" sz="1200" u="none" cap="none" strike="noStrike">
                <a:solidFill>
                  <a:schemeClr val="lt1"/>
                </a:solidFill>
                <a:latin typeface="Hepta Slab"/>
                <a:ea typeface="Hepta Slab"/>
                <a:cs typeface="Hepta Slab"/>
                <a:sym typeface="Hepta Slab"/>
              </a:rPr>
              <a:t>Despite fluctuations in ticket volume, average satisfaction remains around 4.1/5, demonstrating consistent service quality.</a:t>
            </a:r>
            <a:endParaRPr b="0" i="0" sz="1200" u="none" cap="none" strike="noStrike">
              <a:solidFill>
                <a:schemeClr val="lt1"/>
              </a:solidFill>
              <a:latin typeface="Hepta Slab Medium"/>
              <a:ea typeface="Hepta Slab Medium"/>
              <a:cs typeface="Hepta Slab Medium"/>
              <a:sym typeface="Hepta Slab Medium"/>
            </a:endParaRPr>
          </a:p>
        </p:txBody>
      </p:sp>
      <p:sp>
        <p:nvSpPr>
          <p:cNvPr id="510" name="Google Shape;510;p21"/>
          <p:cNvSpPr txBox="1"/>
          <p:nvPr/>
        </p:nvSpPr>
        <p:spPr>
          <a:xfrm>
            <a:off x="4912075" y="3427338"/>
            <a:ext cx="3959100" cy="245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lt1"/>
                </a:solidFill>
                <a:latin typeface="Hepta Slab SemiBold"/>
                <a:ea typeface="Hepta Slab SemiBold"/>
                <a:cs typeface="Hepta Slab SemiBold"/>
                <a:sym typeface="Hepta Slab SemiBold"/>
              </a:rPr>
              <a:t>Insight 4</a:t>
            </a:r>
            <a:endParaRPr b="0" i="0" sz="1500" u="none" cap="none" strike="noStrike">
              <a:solidFill>
                <a:schemeClr val="lt1"/>
              </a:solidFill>
              <a:latin typeface="Hepta Slab SemiBold"/>
              <a:ea typeface="Hepta Slab SemiBold"/>
              <a:cs typeface="Hepta Slab SemiBold"/>
              <a:sym typeface="Hepta Slab SemiBold"/>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p:txBody>
      </p:sp>
      <p:sp>
        <p:nvSpPr>
          <p:cNvPr id="511" name="Google Shape;511;p21"/>
          <p:cNvSpPr txBox="1"/>
          <p:nvPr/>
        </p:nvSpPr>
        <p:spPr>
          <a:xfrm>
            <a:off x="4912075" y="3752088"/>
            <a:ext cx="3959100" cy="2451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1500"/>
              <a:buFont typeface="Arial"/>
              <a:buNone/>
            </a:pPr>
            <a:r>
              <a:rPr b="0" i="0" lang="en" sz="1500" u="none" cap="none" strike="noStrike">
                <a:solidFill>
                  <a:schemeClr val="lt1"/>
                </a:solidFill>
                <a:latin typeface="Hepta Slab Medium"/>
                <a:ea typeface="Hepta Slab Medium"/>
                <a:cs typeface="Hepta Slab Medium"/>
                <a:sym typeface="Hepta Slab Medium"/>
              </a:rPr>
              <a:t>Technology Bottlenecks Identified</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l">
              <a:lnSpc>
                <a:spcPct val="115000"/>
              </a:lnSpc>
              <a:spcBef>
                <a:spcPts val="320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lt1"/>
              </a:solidFill>
              <a:latin typeface="Hepta Slab Medium"/>
              <a:ea typeface="Hepta Slab Medium"/>
              <a:cs typeface="Hepta Slab Medium"/>
              <a:sym typeface="Hepta Slab Medium"/>
            </a:endParaRPr>
          </a:p>
        </p:txBody>
      </p:sp>
      <p:sp>
        <p:nvSpPr>
          <p:cNvPr id="512" name="Google Shape;512;p21"/>
          <p:cNvSpPr txBox="1"/>
          <p:nvPr/>
        </p:nvSpPr>
        <p:spPr>
          <a:xfrm>
            <a:off x="4848575" y="4076838"/>
            <a:ext cx="3959100" cy="693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3200"/>
              </a:spcAft>
              <a:buClr>
                <a:srgbClr val="000000"/>
              </a:buClr>
              <a:buSzPts val="1200"/>
              <a:buFont typeface="Arial"/>
              <a:buNone/>
            </a:pPr>
            <a:r>
              <a:rPr b="0" i="0" lang="en" sz="1200" u="none" cap="none" strike="noStrike">
                <a:solidFill>
                  <a:schemeClr val="lt1"/>
                </a:solidFill>
                <a:latin typeface="Hepta Slab"/>
                <a:ea typeface="Hepta Slab"/>
                <a:cs typeface="Hepta Slab"/>
                <a:sym typeface="Hepta Slab"/>
              </a:rPr>
              <a:t>Hardware and System issues require significantly longer resolution times than Login Access requests, indicating opportunities for process and technology improvements.</a:t>
            </a:r>
            <a:endParaRPr b="0" i="0" sz="1200" u="none" cap="none" strike="noStrike">
              <a:solidFill>
                <a:schemeClr val="lt1"/>
              </a:solidFill>
              <a:latin typeface="Hepta Slab Medium"/>
              <a:ea typeface="Hepta Slab Medium"/>
              <a:cs typeface="Hepta Slab Medium"/>
              <a:sym typeface="Hepta Slab Medium"/>
            </a:endParaRPr>
          </a:p>
        </p:txBody>
      </p:sp>
      <p:sp>
        <p:nvSpPr>
          <p:cNvPr id="513" name="Google Shape;513;p21"/>
          <p:cNvSpPr txBox="1"/>
          <p:nvPr/>
        </p:nvSpPr>
        <p:spPr>
          <a:xfrm>
            <a:off x="341000" y="3427325"/>
            <a:ext cx="3959100" cy="245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Hepta Slab SemiBold"/>
                <a:ea typeface="Hepta Slab SemiBold"/>
                <a:cs typeface="Hepta Slab SemiBold"/>
                <a:sym typeface="Hepta Slab SemiBold"/>
              </a:rPr>
              <a:t>Insight 3</a:t>
            </a:r>
            <a:endParaRPr b="0" i="0" sz="1500" u="none" cap="none" strike="noStrike">
              <a:solidFill>
                <a:schemeClr val="dk1"/>
              </a:solidFill>
              <a:latin typeface="Hepta Slab SemiBold"/>
              <a:ea typeface="Hepta Slab SemiBold"/>
              <a:cs typeface="Hepta Slab SemiBold"/>
              <a:sym typeface="Hepta Slab SemiBold"/>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dk1"/>
              </a:solidFill>
              <a:latin typeface="Hepta Slab Medium"/>
              <a:ea typeface="Hepta Slab Medium"/>
              <a:cs typeface="Hepta Slab Medium"/>
              <a:sym typeface="Hepta Slab Medium"/>
            </a:endParaRPr>
          </a:p>
        </p:txBody>
      </p:sp>
      <p:sp>
        <p:nvSpPr>
          <p:cNvPr id="514" name="Google Shape;514;p21"/>
          <p:cNvSpPr txBox="1"/>
          <p:nvPr/>
        </p:nvSpPr>
        <p:spPr>
          <a:xfrm>
            <a:off x="341000" y="3752075"/>
            <a:ext cx="3959100" cy="2451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000000"/>
              </a:buClr>
              <a:buSzPts val="1500"/>
              <a:buFont typeface="Arial"/>
              <a:buNone/>
            </a:pPr>
            <a:r>
              <a:rPr b="0" i="0" lang="en" sz="1500" u="none" cap="none" strike="noStrike">
                <a:solidFill>
                  <a:schemeClr val="dk1"/>
                </a:solidFill>
                <a:latin typeface="Hepta Slab Medium"/>
                <a:ea typeface="Hepta Slab Medium"/>
                <a:cs typeface="Hepta Slab Medium"/>
                <a:sym typeface="Hepta Slab Medium"/>
              </a:rPr>
              <a:t>Balanced Agent Workload</a:t>
            </a:r>
            <a:endParaRPr b="0" i="0" sz="1500" u="none" cap="none" strike="noStrike">
              <a:solidFill>
                <a:schemeClr val="dk1"/>
              </a:solidFill>
              <a:latin typeface="Hepta Slab Medium"/>
              <a:ea typeface="Hepta Slab Medium"/>
              <a:cs typeface="Hepta Slab Medium"/>
              <a:sym typeface="Hepta Slab Medium"/>
            </a:endParaRPr>
          </a:p>
          <a:p>
            <a:pPr indent="0" lvl="0" marL="0" marR="0" rtl="0" algn="l">
              <a:lnSpc>
                <a:spcPct val="115000"/>
              </a:lnSpc>
              <a:spcBef>
                <a:spcPts val="3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Hepta Slab Medium"/>
              <a:ea typeface="Hepta Slab Medium"/>
              <a:cs typeface="Hepta Slab Medium"/>
              <a:sym typeface="Hepta Slab Medium"/>
            </a:endParaRPr>
          </a:p>
          <a:p>
            <a:pPr indent="0" lvl="0" marL="0" marR="0" rtl="0" algn="ctr">
              <a:lnSpc>
                <a:spcPct val="100000"/>
              </a:lnSpc>
              <a:spcBef>
                <a:spcPts val="3200"/>
              </a:spcBef>
              <a:spcAft>
                <a:spcPts val="3200"/>
              </a:spcAft>
              <a:buClr>
                <a:srgbClr val="000000"/>
              </a:buClr>
              <a:buSzPts val="1500"/>
              <a:buFont typeface="Arial"/>
              <a:buNone/>
            </a:pPr>
            <a:r>
              <a:t/>
            </a:r>
            <a:endParaRPr b="0" i="0" sz="1500" u="none" cap="none" strike="noStrike">
              <a:solidFill>
                <a:schemeClr val="dk1"/>
              </a:solidFill>
              <a:latin typeface="Hepta Slab Medium"/>
              <a:ea typeface="Hepta Slab Medium"/>
              <a:cs typeface="Hepta Slab Medium"/>
              <a:sym typeface="Hepta Slab Medium"/>
            </a:endParaRPr>
          </a:p>
        </p:txBody>
      </p:sp>
      <p:sp>
        <p:nvSpPr>
          <p:cNvPr id="515" name="Google Shape;515;p21"/>
          <p:cNvSpPr txBox="1"/>
          <p:nvPr/>
        </p:nvSpPr>
        <p:spPr>
          <a:xfrm>
            <a:off x="277500" y="4076825"/>
            <a:ext cx="3959100" cy="693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3200"/>
              </a:spcAft>
              <a:buClr>
                <a:srgbClr val="000000"/>
              </a:buClr>
              <a:buSzPts val="1200"/>
              <a:buFont typeface="Arial"/>
              <a:buNone/>
            </a:pPr>
            <a:r>
              <a:rPr b="0" i="0" lang="en" sz="1200" u="none" cap="none" strike="noStrike">
                <a:solidFill>
                  <a:schemeClr val="dk1"/>
                </a:solidFill>
                <a:latin typeface="Hepta Slab"/>
                <a:ea typeface="Hepta Slab"/>
                <a:cs typeface="Hepta Slab"/>
                <a:sym typeface="Hepta Slab"/>
              </a:rPr>
              <a:t>Ticket handling is evenly distributed among agents, with most agents resolving between 1,800 and 2,000 tickets.</a:t>
            </a:r>
            <a:endParaRPr b="0" i="0" sz="1200" u="none" cap="none" strike="noStrike">
              <a:solidFill>
                <a:schemeClr val="dk1"/>
              </a:solidFill>
              <a:latin typeface="Hepta Slab Medium"/>
              <a:ea typeface="Hepta Slab Medium"/>
              <a:cs typeface="Hepta Slab Medium"/>
              <a:sym typeface="Hepta Slab Medium"/>
            </a:endParaRPr>
          </a:p>
        </p:txBody>
      </p:sp>
      <p:sp>
        <p:nvSpPr>
          <p:cNvPr id="516" name="Google Shape;516;p21"/>
          <p:cNvSpPr txBox="1"/>
          <p:nvPr>
            <p:ph idx="4294967295" type="title"/>
          </p:nvPr>
        </p:nvSpPr>
        <p:spPr>
          <a:xfrm>
            <a:off x="33425" y="0"/>
            <a:ext cx="7794000" cy="30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"What are the most important findings from the analysis?"</a:t>
            </a:r>
            <a:endParaRPr sz="1300">
              <a:solidFill>
                <a:srgbClr val="4A86E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2"/>
          <p:cNvSpPr/>
          <p:nvPr/>
        </p:nvSpPr>
        <p:spPr>
          <a:xfrm>
            <a:off x="2618550" y="272525"/>
            <a:ext cx="3906900" cy="443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2F2F3"/>
              </a:buClr>
              <a:buSzPts val="2750"/>
              <a:buFont typeface="Poppins Light"/>
              <a:buNone/>
            </a:pPr>
            <a:r>
              <a:rPr b="0" i="0" lang="en" sz="2150" u="none" cap="none" strike="noStrike">
                <a:solidFill>
                  <a:srgbClr val="FF0000"/>
                </a:solidFill>
                <a:latin typeface="Poppins Light"/>
                <a:ea typeface="Poppins Light"/>
                <a:cs typeface="Poppins Light"/>
                <a:sym typeface="Poppins Light"/>
              </a:rPr>
              <a:t>Strategic Recommendations</a:t>
            </a:r>
            <a:endParaRPr b="0" i="0" sz="2150" u="none" cap="none" strike="noStrike">
              <a:solidFill>
                <a:srgbClr val="FF0000"/>
              </a:solidFill>
              <a:latin typeface="Arial"/>
              <a:ea typeface="Arial"/>
              <a:cs typeface="Arial"/>
              <a:sym typeface="Arial"/>
            </a:endParaRPr>
          </a:p>
        </p:txBody>
      </p:sp>
      <p:sp>
        <p:nvSpPr>
          <p:cNvPr id="522" name="Google Shape;522;p22"/>
          <p:cNvSpPr/>
          <p:nvPr/>
        </p:nvSpPr>
        <p:spPr>
          <a:xfrm>
            <a:off x="763500" y="666925"/>
            <a:ext cx="3808500" cy="952500"/>
          </a:xfrm>
          <a:prstGeom prst="roundRect">
            <a:avLst>
              <a:gd fmla="val 16667" name="adj"/>
            </a:avLst>
          </a:prstGeom>
          <a:solidFill>
            <a:srgbClr val="FFFFFF"/>
          </a:solidFill>
          <a:ln cap="flat" cmpd="sng" w="142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arlow Light"/>
              <a:ea typeface="Barlow Light"/>
              <a:cs typeface="Barlow Light"/>
              <a:sym typeface="Barlow Light"/>
            </a:endParaRPr>
          </a:p>
        </p:txBody>
      </p:sp>
      <p:sp>
        <p:nvSpPr>
          <p:cNvPr id="523" name="Google Shape;523;p22"/>
          <p:cNvSpPr/>
          <p:nvPr/>
        </p:nvSpPr>
        <p:spPr>
          <a:xfrm>
            <a:off x="4572000" y="666925"/>
            <a:ext cx="3808500" cy="952500"/>
          </a:xfrm>
          <a:prstGeom prst="roundRect">
            <a:avLst>
              <a:gd fmla="val 16667" name="adj"/>
            </a:avLst>
          </a:prstGeom>
          <a:solidFill>
            <a:srgbClr val="B6D7A8"/>
          </a:solidFill>
          <a:ln cap="flat" cmpd="sng" w="142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arlow Light"/>
              <a:ea typeface="Barlow Light"/>
              <a:cs typeface="Barlow Light"/>
              <a:sym typeface="Barlow Light"/>
            </a:endParaRPr>
          </a:p>
        </p:txBody>
      </p:sp>
      <p:sp>
        <p:nvSpPr>
          <p:cNvPr id="524" name="Google Shape;524;p22"/>
          <p:cNvSpPr/>
          <p:nvPr/>
        </p:nvSpPr>
        <p:spPr>
          <a:xfrm>
            <a:off x="1474800" y="740175"/>
            <a:ext cx="23859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440" u="none" cap="none" strike="noStrike">
                <a:solidFill>
                  <a:schemeClr val="lt1"/>
                </a:solidFill>
                <a:latin typeface="Hepta Slab SemiBold"/>
                <a:ea typeface="Hepta Slab SemiBold"/>
                <a:cs typeface="Hepta Slab SemiBold"/>
                <a:sym typeface="Hepta Slab SemiBold"/>
              </a:rPr>
              <a:t>Recommendation </a:t>
            </a:r>
            <a:r>
              <a:rPr b="0" i="0" lang="en" sz="1440" u="none" cap="none" strike="noStrike">
                <a:solidFill>
                  <a:srgbClr val="FF0000"/>
                </a:solidFill>
                <a:latin typeface="Hepta Slab SemiBold"/>
                <a:ea typeface="Hepta Slab SemiBold"/>
                <a:cs typeface="Hepta Slab SemiBold"/>
                <a:sym typeface="Hepta Slab SemiBold"/>
              </a:rPr>
              <a:t>1</a:t>
            </a:r>
            <a:endParaRPr b="0" i="0" sz="1440" u="none" cap="none" strike="noStrike">
              <a:solidFill>
                <a:srgbClr val="FF0000"/>
              </a:solidFill>
              <a:latin typeface="Hepta Slab SemiBold"/>
              <a:ea typeface="Hepta Slab SemiBold"/>
              <a:cs typeface="Hepta Slab SemiBold"/>
              <a:sym typeface="Hepta Slab SemiBold"/>
            </a:endParaRPr>
          </a:p>
        </p:txBody>
      </p:sp>
      <p:sp>
        <p:nvSpPr>
          <p:cNvPr id="525" name="Google Shape;525;p22"/>
          <p:cNvSpPr/>
          <p:nvPr/>
        </p:nvSpPr>
        <p:spPr>
          <a:xfrm>
            <a:off x="763500" y="1780900"/>
            <a:ext cx="3808500" cy="952500"/>
          </a:xfrm>
          <a:prstGeom prst="roundRect">
            <a:avLst>
              <a:gd fmla="val 16667" name="adj"/>
            </a:avLst>
          </a:prstGeom>
          <a:solidFill>
            <a:srgbClr val="B6D7A8"/>
          </a:solidFill>
          <a:ln cap="flat" cmpd="sng" w="142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arlow Light"/>
              <a:ea typeface="Barlow Light"/>
              <a:cs typeface="Barlow Light"/>
              <a:sym typeface="Barlow Light"/>
            </a:endParaRPr>
          </a:p>
        </p:txBody>
      </p:sp>
      <p:sp>
        <p:nvSpPr>
          <p:cNvPr id="526" name="Google Shape;526;p22"/>
          <p:cNvSpPr/>
          <p:nvPr/>
        </p:nvSpPr>
        <p:spPr>
          <a:xfrm>
            <a:off x="4572000" y="1780900"/>
            <a:ext cx="3808500" cy="952500"/>
          </a:xfrm>
          <a:prstGeom prst="roundRect">
            <a:avLst>
              <a:gd fmla="val 16667" name="adj"/>
            </a:avLst>
          </a:prstGeom>
          <a:solidFill>
            <a:srgbClr val="FFFFFF"/>
          </a:solidFill>
          <a:ln cap="flat" cmpd="sng" w="142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arlow Light"/>
              <a:ea typeface="Barlow Light"/>
              <a:cs typeface="Barlow Light"/>
              <a:sym typeface="Barlow Light"/>
            </a:endParaRPr>
          </a:p>
        </p:txBody>
      </p:sp>
      <p:sp>
        <p:nvSpPr>
          <p:cNvPr id="527" name="Google Shape;527;p22"/>
          <p:cNvSpPr/>
          <p:nvPr/>
        </p:nvSpPr>
        <p:spPr>
          <a:xfrm>
            <a:off x="763500" y="2894875"/>
            <a:ext cx="3808500" cy="952500"/>
          </a:xfrm>
          <a:prstGeom prst="roundRect">
            <a:avLst>
              <a:gd fmla="val 16667" name="adj"/>
            </a:avLst>
          </a:prstGeom>
          <a:solidFill>
            <a:srgbClr val="FFFFFF"/>
          </a:solidFill>
          <a:ln cap="flat" cmpd="sng" w="142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arlow Light"/>
              <a:ea typeface="Barlow Light"/>
              <a:cs typeface="Barlow Light"/>
              <a:sym typeface="Barlow Light"/>
            </a:endParaRPr>
          </a:p>
        </p:txBody>
      </p:sp>
      <p:sp>
        <p:nvSpPr>
          <p:cNvPr id="528" name="Google Shape;528;p22"/>
          <p:cNvSpPr/>
          <p:nvPr/>
        </p:nvSpPr>
        <p:spPr>
          <a:xfrm>
            <a:off x="4572000" y="2894875"/>
            <a:ext cx="3808500" cy="952500"/>
          </a:xfrm>
          <a:prstGeom prst="roundRect">
            <a:avLst>
              <a:gd fmla="val 16667" name="adj"/>
            </a:avLst>
          </a:prstGeom>
          <a:solidFill>
            <a:srgbClr val="B6D7A8"/>
          </a:solidFill>
          <a:ln cap="flat" cmpd="sng" w="142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arlow Light"/>
              <a:ea typeface="Barlow Light"/>
              <a:cs typeface="Barlow Light"/>
              <a:sym typeface="Barlow Light"/>
            </a:endParaRPr>
          </a:p>
        </p:txBody>
      </p:sp>
      <p:sp>
        <p:nvSpPr>
          <p:cNvPr id="529" name="Google Shape;529;p22"/>
          <p:cNvSpPr/>
          <p:nvPr/>
        </p:nvSpPr>
        <p:spPr>
          <a:xfrm>
            <a:off x="763500" y="4008850"/>
            <a:ext cx="3808500" cy="952500"/>
          </a:xfrm>
          <a:prstGeom prst="roundRect">
            <a:avLst>
              <a:gd fmla="val 16667" name="adj"/>
            </a:avLst>
          </a:prstGeom>
          <a:solidFill>
            <a:srgbClr val="B6D7A8"/>
          </a:solidFill>
          <a:ln cap="flat" cmpd="sng" w="142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arlow Light"/>
              <a:ea typeface="Barlow Light"/>
              <a:cs typeface="Barlow Light"/>
              <a:sym typeface="Barlow Light"/>
            </a:endParaRPr>
          </a:p>
        </p:txBody>
      </p:sp>
      <p:sp>
        <p:nvSpPr>
          <p:cNvPr id="530" name="Google Shape;530;p22"/>
          <p:cNvSpPr/>
          <p:nvPr/>
        </p:nvSpPr>
        <p:spPr>
          <a:xfrm>
            <a:off x="4572000" y="4008850"/>
            <a:ext cx="3808500" cy="952500"/>
          </a:xfrm>
          <a:prstGeom prst="roundRect">
            <a:avLst>
              <a:gd fmla="val 16667" name="adj"/>
            </a:avLst>
          </a:prstGeom>
          <a:solidFill>
            <a:srgbClr val="FFFFFF"/>
          </a:solidFill>
          <a:ln cap="flat" cmpd="sng" w="142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arlow Light"/>
              <a:ea typeface="Barlow Light"/>
              <a:cs typeface="Barlow Light"/>
              <a:sym typeface="Barlow Light"/>
            </a:endParaRPr>
          </a:p>
        </p:txBody>
      </p:sp>
      <p:sp>
        <p:nvSpPr>
          <p:cNvPr id="531" name="Google Shape;531;p22"/>
          <p:cNvSpPr/>
          <p:nvPr/>
        </p:nvSpPr>
        <p:spPr>
          <a:xfrm>
            <a:off x="881450" y="939075"/>
            <a:ext cx="36012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240" u="none" cap="none" strike="noStrike">
                <a:solidFill>
                  <a:schemeClr val="lt1"/>
                </a:solidFill>
                <a:latin typeface="Hepta Slab Medium"/>
                <a:ea typeface="Hepta Slab Medium"/>
                <a:cs typeface="Hepta Slab Medium"/>
                <a:sym typeface="Hepta Slab Medium"/>
              </a:rPr>
              <a:t>Improve System Support Processes </a:t>
            </a:r>
            <a:endParaRPr b="0" i="0" sz="1440" u="none" cap="none" strike="noStrike">
              <a:solidFill>
                <a:schemeClr val="lt1"/>
              </a:solidFill>
              <a:latin typeface="Hepta Slab Medium"/>
              <a:ea typeface="Hepta Slab Medium"/>
              <a:cs typeface="Hepta Slab Medium"/>
              <a:sym typeface="Hepta Slab Medium"/>
            </a:endParaRPr>
          </a:p>
        </p:txBody>
      </p:sp>
      <p:sp>
        <p:nvSpPr>
          <p:cNvPr id="532" name="Google Shape;532;p22"/>
          <p:cNvSpPr/>
          <p:nvPr/>
        </p:nvSpPr>
        <p:spPr>
          <a:xfrm>
            <a:off x="881450" y="1137975"/>
            <a:ext cx="3601200" cy="40560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5E0DF"/>
              </a:buClr>
              <a:buSzPts val="1440"/>
              <a:buFont typeface="Poppins Light"/>
              <a:buNone/>
            </a:pPr>
            <a:r>
              <a:rPr b="1" i="0" lang="en" sz="1140" u="none" cap="none" strike="noStrike">
                <a:solidFill>
                  <a:schemeClr val="lt1"/>
                </a:solidFill>
                <a:latin typeface="Hepta Slab"/>
                <a:ea typeface="Hepta Slab"/>
                <a:cs typeface="Hepta Slab"/>
                <a:sym typeface="Hepta Slab"/>
              </a:rPr>
              <a:t>Reason </a:t>
            </a:r>
            <a:r>
              <a:rPr b="0" i="0" lang="en" sz="1140" u="none" cap="none" strike="noStrike">
                <a:solidFill>
                  <a:schemeClr val="lt1"/>
                </a:solidFill>
                <a:latin typeface="Hepta Slab"/>
                <a:ea typeface="Hepta Slab"/>
                <a:cs typeface="Hepta Slab"/>
                <a:sym typeface="Hepta Slab"/>
              </a:rPr>
              <a:t>: System-related requests account for 40% of total tickets. </a:t>
            </a:r>
            <a:endParaRPr b="0" i="0" sz="1140" u="none" cap="none" strike="noStrike">
              <a:solidFill>
                <a:schemeClr val="lt1"/>
              </a:solidFill>
              <a:latin typeface="Hepta Slab"/>
              <a:ea typeface="Hepta Slab"/>
              <a:cs typeface="Hepta Slab"/>
              <a:sym typeface="Hepta Slab"/>
            </a:endParaRPr>
          </a:p>
        </p:txBody>
      </p:sp>
      <p:sp>
        <p:nvSpPr>
          <p:cNvPr id="533" name="Google Shape;533;p22"/>
          <p:cNvSpPr/>
          <p:nvPr/>
        </p:nvSpPr>
        <p:spPr>
          <a:xfrm>
            <a:off x="5283300" y="1972988"/>
            <a:ext cx="23859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440" u="none" cap="none" strike="noStrike">
                <a:solidFill>
                  <a:schemeClr val="lt1"/>
                </a:solidFill>
                <a:latin typeface="Hepta Slab SemiBold"/>
                <a:ea typeface="Hepta Slab SemiBold"/>
                <a:cs typeface="Hepta Slab SemiBold"/>
                <a:sym typeface="Hepta Slab SemiBold"/>
              </a:rPr>
              <a:t>Expected </a:t>
            </a:r>
            <a:r>
              <a:rPr b="0" i="0" lang="en" sz="1440" u="none" cap="none" strike="noStrike">
                <a:solidFill>
                  <a:srgbClr val="FF0000"/>
                </a:solidFill>
                <a:latin typeface="Hepta Slab SemiBold"/>
                <a:ea typeface="Hepta Slab SemiBold"/>
                <a:cs typeface="Hepta Slab SemiBold"/>
                <a:sym typeface="Hepta Slab SemiBold"/>
              </a:rPr>
              <a:t>Impact</a:t>
            </a:r>
            <a:endParaRPr b="0" i="0" sz="1440" u="none" cap="none" strike="noStrike">
              <a:solidFill>
                <a:srgbClr val="FF0000"/>
              </a:solidFill>
              <a:latin typeface="Hepta Slab SemiBold"/>
              <a:ea typeface="Hepta Slab SemiBold"/>
              <a:cs typeface="Hepta Slab SemiBold"/>
              <a:sym typeface="Hepta Slab SemiBold"/>
            </a:endParaRPr>
          </a:p>
        </p:txBody>
      </p:sp>
      <p:sp>
        <p:nvSpPr>
          <p:cNvPr id="534" name="Google Shape;534;p22"/>
          <p:cNvSpPr/>
          <p:nvPr/>
        </p:nvSpPr>
        <p:spPr>
          <a:xfrm>
            <a:off x="4675650" y="2342388"/>
            <a:ext cx="36012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240" u="none" cap="none" strike="noStrike">
                <a:solidFill>
                  <a:schemeClr val="lt1"/>
                </a:solidFill>
                <a:latin typeface="Hepta Slab Medium"/>
                <a:ea typeface="Hepta Slab Medium"/>
                <a:cs typeface="Hepta Slab Medium"/>
                <a:sym typeface="Hepta Slab Medium"/>
              </a:rPr>
              <a:t>Reduced resolution time and increased support efficiency.</a:t>
            </a:r>
            <a:endParaRPr b="0" i="0" sz="1440" u="none" cap="none" strike="noStrike">
              <a:solidFill>
                <a:schemeClr val="lt1"/>
              </a:solidFill>
              <a:latin typeface="Hepta Slab Medium"/>
              <a:ea typeface="Hepta Slab Medium"/>
              <a:cs typeface="Hepta Slab Medium"/>
              <a:sym typeface="Hepta Slab Medium"/>
            </a:endParaRPr>
          </a:p>
        </p:txBody>
      </p:sp>
      <p:sp>
        <p:nvSpPr>
          <p:cNvPr id="535" name="Google Shape;535;p22"/>
          <p:cNvSpPr/>
          <p:nvPr/>
        </p:nvSpPr>
        <p:spPr>
          <a:xfrm>
            <a:off x="1474800" y="1855450"/>
            <a:ext cx="23859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440" u="none" cap="none" strike="noStrike">
                <a:solidFill>
                  <a:schemeClr val="lt1"/>
                </a:solidFill>
                <a:latin typeface="Hepta Slab SemiBold"/>
                <a:ea typeface="Hepta Slab SemiBold"/>
                <a:cs typeface="Hepta Slab SemiBold"/>
                <a:sym typeface="Hepta Slab SemiBold"/>
              </a:rPr>
              <a:t>Recommendation </a:t>
            </a:r>
            <a:r>
              <a:rPr b="0" i="0" lang="en" sz="1440" u="none" cap="none" strike="noStrike">
                <a:solidFill>
                  <a:srgbClr val="FF0000"/>
                </a:solidFill>
                <a:latin typeface="Hepta Slab SemiBold"/>
                <a:ea typeface="Hepta Slab SemiBold"/>
                <a:cs typeface="Hepta Slab SemiBold"/>
                <a:sym typeface="Hepta Slab SemiBold"/>
              </a:rPr>
              <a:t>2</a:t>
            </a:r>
            <a:endParaRPr b="0" i="0" sz="1440" u="none" cap="none" strike="noStrike">
              <a:solidFill>
                <a:srgbClr val="FF0000"/>
              </a:solidFill>
              <a:latin typeface="Hepta Slab SemiBold"/>
              <a:ea typeface="Hepta Slab SemiBold"/>
              <a:cs typeface="Hepta Slab SemiBold"/>
              <a:sym typeface="Hepta Slab SemiBold"/>
            </a:endParaRPr>
          </a:p>
        </p:txBody>
      </p:sp>
      <p:sp>
        <p:nvSpPr>
          <p:cNvPr id="536" name="Google Shape;536;p22"/>
          <p:cNvSpPr/>
          <p:nvPr/>
        </p:nvSpPr>
        <p:spPr>
          <a:xfrm>
            <a:off x="881450" y="2054350"/>
            <a:ext cx="36012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240" u="none" cap="none" strike="noStrike">
                <a:solidFill>
                  <a:schemeClr val="lt1"/>
                </a:solidFill>
                <a:latin typeface="Hepta Slab Medium"/>
                <a:ea typeface="Hepta Slab Medium"/>
                <a:cs typeface="Hepta Slab Medium"/>
                <a:sym typeface="Hepta Slab Medium"/>
              </a:rPr>
              <a:t>Invest in Hardware Troubleshooting Tools</a:t>
            </a:r>
            <a:endParaRPr b="0" i="0" sz="1440" u="none" cap="none" strike="noStrike">
              <a:solidFill>
                <a:schemeClr val="lt1"/>
              </a:solidFill>
              <a:latin typeface="Hepta Slab Medium"/>
              <a:ea typeface="Hepta Slab Medium"/>
              <a:cs typeface="Hepta Slab Medium"/>
              <a:sym typeface="Hepta Slab Medium"/>
            </a:endParaRPr>
          </a:p>
        </p:txBody>
      </p:sp>
      <p:sp>
        <p:nvSpPr>
          <p:cNvPr id="537" name="Google Shape;537;p22"/>
          <p:cNvSpPr/>
          <p:nvPr/>
        </p:nvSpPr>
        <p:spPr>
          <a:xfrm>
            <a:off x="881450" y="2253250"/>
            <a:ext cx="3601200" cy="40560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5E0DF"/>
              </a:buClr>
              <a:buSzPts val="1440"/>
              <a:buFont typeface="Poppins Light"/>
              <a:buNone/>
            </a:pPr>
            <a:r>
              <a:rPr b="1" i="0" lang="en" sz="1140" u="none" cap="none" strike="noStrike">
                <a:solidFill>
                  <a:schemeClr val="lt1"/>
                </a:solidFill>
                <a:latin typeface="Hepta Slab"/>
                <a:ea typeface="Hepta Slab"/>
                <a:cs typeface="Hepta Slab"/>
                <a:sym typeface="Hepta Slab"/>
              </a:rPr>
              <a:t>Reason </a:t>
            </a:r>
            <a:r>
              <a:rPr b="0" i="0" lang="en" sz="1140" u="none" cap="none" strike="noStrike">
                <a:solidFill>
                  <a:schemeClr val="lt1"/>
                </a:solidFill>
                <a:latin typeface="Hepta Slab"/>
                <a:ea typeface="Hepta Slab"/>
                <a:cs typeface="Hepta Slab"/>
                <a:sym typeface="Hepta Slab"/>
              </a:rPr>
              <a:t>: Hardware tickets require the longest average resolution time. </a:t>
            </a:r>
            <a:endParaRPr b="0" i="0" sz="1140" u="none" cap="none" strike="noStrike">
              <a:solidFill>
                <a:schemeClr val="lt1"/>
              </a:solidFill>
              <a:latin typeface="Hepta Slab"/>
              <a:ea typeface="Hepta Slab"/>
              <a:cs typeface="Hepta Slab"/>
              <a:sym typeface="Hepta Slab"/>
            </a:endParaRPr>
          </a:p>
        </p:txBody>
      </p:sp>
      <p:sp>
        <p:nvSpPr>
          <p:cNvPr id="538" name="Google Shape;538;p22"/>
          <p:cNvSpPr/>
          <p:nvPr/>
        </p:nvSpPr>
        <p:spPr>
          <a:xfrm>
            <a:off x="1460500" y="2969425"/>
            <a:ext cx="23859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440" u="none" cap="none" strike="noStrike">
                <a:solidFill>
                  <a:schemeClr val="lt1"/>
                </a:solidFill>
                <a:latin typeface="Hepta Slab SemiBold"/>
                <a:ea typeface="Hepta Slab SemiBold"/>
                <a:cs typeface="Hepta Slab SemiBold"/>
                <a:sym typeface="Hepta Slab SemiBold"/>
              </a:rPr>
              <a:t>Recommendation </a:t>
            </a:r>
            <a:r>
              <a:rPr b="0" i="0" lang="en" sz="1440" u="none" cap="none" strike="noStrike">
                <a:solidFill>
                  <a:srgbClr val="FF0000"/>
                </a:solidFill>
                <a:latin typeface="Hepta Slab SemiBold"/>
                <a:ea typeface="Hepta Slab SemiBold"/>
                <a:cs typeface="Hepta Slab SemiBold"/>
                <a:sym typeface="Hepta Slab SemiBold"/>
              </a:rPr>
              <a:t>3</a:t>
            </a:r>
            <a:endParaRPr b="0" i="0" sz="1440" u="none" cap="none" strike="noStrike">
              <a:solidFill>
                <a:srgbClr val="FF0000"/>
              </a:solidFill>
              <a:latin typeface="Hepta Slab SemiBold"/>
              <a:ea typeface="Hepta Slab SemiBold"/>
              <a:cs typeface="Hepta Slab SemiBold"/>
              <a:sym typeface="Hepta Slab SemiBold"/>
            </a:endParaRPr>
          </a:p>
        </p:txBody>
      </p:sp>
      <p:sp>
        <p:nvSpPr>
          <p:cNvPr id="539" name="Google Shape;539;p22"/>
          <p:cNvSpPr/>
          <p:nvPr/>
        </p:nvSpPr>
        <p:spPr>
          <a:xfrm>
            <a:off x="867150" y="3168325"/>
            <a:ext cx="36012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240" u="none" cap="none" strike="noStrike">
                <a:solidFill>
                  <a:schemeClr val="lt1"/>
                </a:solidFill>
                <a:latin typeface="Hepta Slab Medium"/>
                <a:ea typeface="Hepta Slab Medium"/>
                <a:cs typeface="Hepta Slab Medium"/>
                <a:sym typeface="Hepta Slab Medium"/>
              </a:rPr>
              <a:t>Targeted Agent Coaching</a:t>
            </a:r>
            <a:endParaRPr b="0" i="0" sz="1440" u="none" cap="none" strike="noStrike">
              <a:solidFill>
                <a:schemeClr val="lt1"/>
              </a:solidFill>
              <a:latin typeface="Hepta Slab Medium"/>
              <a:ea typeface="Hepta Slab Medium"/>
              <a:cs typeface="Hepta Slab Medium"/>
              <a:sym typeface="Hepta Slab Medium"/>
            </a:endParaRPr>
          </a:p>
        </p:txBody>
      </p:sp>
      <p:sp>
        <p:nvSpPr>
          <p:cNvPr id="540" name="Google Shape;540;p22"/>
          <p:cNvSpPr/>
          <p:nvPr/>
        </p:nvSpPr>
        <p:spPr>
          <a:xfrm>
            <a:off x="867150" y="3367225"/>
            <a:ext cx="3601200" cy="40560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5E0DF"/>
              </a:buClr>
              <a:buSzPts val="1440"/>
              <a:buFont typeface="Poppins Light"/>
              <a:buNone/>
            </a:pPr>
            <a:r>
              <a:rPr b="1" i="0" lang="en" sz="1140" u="none" cap="none" strike="noStrike">
                <a:solidFill>
                  <a:schemeClr val="lt1"/>
                </a:solidFill>
                <a:latin typeface="Hepta Slab"/>
                <a:ea typeface="Hepta Slab"/>
                <a:cs typeface="Hepta Slab"/>
                <a:sym typeface="Hepta Slab"/>
              </a:rPr>
              <a:t>Reason </a:t>
            </a:r>
            <a:r>
              <a:rPr b="0" i="0" lang="en" sz="1140" u="none" cap="none" strike="noStrike">
                <a:solidFill>
                  <a:schemeClr val="lt1"/>
                </a:solidFill>
                <a:latin typeface="Hepta Slab"/>
                <a:ea typeface="Hepta Slab"/>
                <a:cs typeface="Hepta Slab"/>
                <a:sym typeface="Hepta Slab"/>
              </a:rPr>
              <a:t>: A small number of agents show lower satisfaction ratings.</a:t>
            </a:r>
            <a:endParaRPr b="0" i="0" sz="1140" u="none" cap="none" strike="noStrike">
              <a:solidFill>
                <a:schemeClr val="lt1"/>
              </a:solidFill>
              <a:latin typeface="Hepta Slab"/>
              <a:ea typeface="Hepta Slab"/>
              <a:cs typeface="Hepta Slab"/>
              <a:sym typeface="Hepta Slab"/>
            </a:endParaRPr>
          </a:p>
        </p:txBody>
      </p:sp>
      <p:sp>
        <p:nvSpPr>
          <p:cNvPr id="541" name="Google Shape;541;p22"/>
          <p:cNvSpPr/>
          <p:nvPr/>
        </p:nvSpPr>
        <p:spPr>
          <a:xfrm>
            <a:off x="1460500" y="4083400"/>
            <a:ext cx="23859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440" u="none" cap="none" strike="noStrike">
                <a:solidFill>
                  <a:schemeClr val="lt1"/>
                </a:solidFill>
                <a:latin typeface="Hepta Slab SemiBold"/>
                <a:ea typeface="Hepta Slab SemiBold"/>
                <a:cs typeface="Hepta Slab SemiBold"/>
                <a:sym typeface="Hepta Slab SemiBold"/>
              </a:rPr>
              <a:t>Recommendation </a:t>
            </a:r>
            <a:r>
              <a:rPr b="0" i="0" lang="en" sz="1440" u="none" cap="none" strike="noStrike">
                <a:solidFill>
                  <a:srgbClr val="FF0000"/>
                </a:solidFill>
                <a:latin typeface="Hepta Slab SemiBold"/>
                <a:ea typeface="Hepta Slab SemiBold"/>
                <a:cs typeface="Hepta Slab SemiBold"/>
                <a:sym typeface="Hepta Slab SemiBold"/>
              </a:rPr>
              <a:t>4</a:t>
            </a:r>
            <a:endParaRPr b="0" i="0" sz="1440" u="none" cap="none" strike="noStrike">
              <a:solidFill>
                <a:srgbClr val="FF0000"/>
              </a:solidFill>
              <a:latin typeface="Hepta Slab SemiBold"/>
              <a:ea typeface="Hepta Slab SemiBold"/>
              <a:cs typeface="Hepta Slab SemiBold"/>
              <a:sym typeface="Hepta Slab SemiBold"/>
            </a:endParaRPr>
          </a:p>
        </p:txBody>
      </p:sp>
      <p:sp>
        <p:nvSpPr>
          <p:cNvPr id="542" name="Google Shape;542;p22"/>
          <p:cNvSpPr/>
          <p:nvPr/>
        </p:nvSpPr>
        <p:spPr>
          <a:xfrm>
            <a:off x="867150" y="4282300"/>
            <a:ext cx="36012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240" u="none" cap="none" strike="noStrike">
                <a:solidFill>
                  <a:schemeClr val="lt1"/>
                </a:solidFill>
                <a:latin typeface="Hepta Slab Medium"/>
                <a:ea typeface="Hepta Slab Medium"/>
                <a:cs typeface="Hepta Slab Medium"/>
                <a:sym typeface="Hepta Slab Medium"/>
              </a:rPr>
              <a:t>Workforce Planning Based on Trends</a:t>
            </a:r>
            <a:endParaRPr b="0" i="0" sz="1440" u="none" cap="none" strike="noStrike">
              <a:solidFill>
                <a:schemeClr val="lt1"/>
              </a:solidFill>
              <a:latin typeface="Hepta Slab Medium"/>
              <a:ea typeface="Hepta Slab Medium"/>
              <a:cs typeface="Hepta Slab Medium"/>
              <a:sym typeface="Hepta Slab Medium"/>
            </a:endParaRPr>
          </a:p>
        </p:txBody>
      </p:sp>
      <p:sp>
        <p:nvSpPr>
          <p:cNvPr id="543" name="Google Shape;543;p22"/>
          <p:cNvSpPr/>
          <p:nvPr/>
        </p:nvSpPr>
        <p:spPr>
          <a:xfrm>
            <a:off x="867150" y="4481200"/>
            <a:ext cx="3601200" cy="40560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5E0DF"/>
              </a:buClr>
              <a:buSzPts val="1440"/>
              <a:buFont typeface="Poppins Light"/>
              <a:buNone/>
            </a:pPr>
            <a:r>
              <a:rPr b="1" i="0" lang="en" sz="1140" u="none" cap="none" strike="noStrike">
                <a:solidFill>
                  <a:schemeClr val="lt1"/>
                </a:solidFill>
                <a:latin typeface="Hepta Slab"/>
                <a:ea typeface="Hepta Slab"/>
                <a:cs typeface="Hepta Slab"/>
                <a:sym typeface="Hepta Slab"/>
              </a:rPr>
              <a:t>Reason </a:t>
            </a:r>
            <a:r>
              <a:rPr b="0" i="0" lang="en" sz="1140" u="none" cap="none" strike="noStrike">
                <a:solidFill>
                  <a:schemeClr val="lt1"/>
                </a:solidFill>
                <a:latin typeface="Hepta Slab"/>
                <a:ea typeface="Hepta Slab"/>
                <a:cs typeface="Hepta Slab"/>
                <a:sym typeface="Hepta Slab"/>
              </a:rPr>
              <a:t>: Ticket volume follows recurring cyclical patterns. </a:t>
            </a:r>
            <a:endParaRPr b="0" i="0" sz="1140" u="none" cap="none" strike="noStrike">
              <a:solidFill>
                <a:schemeClr val="lt1"/>
              </a:solidFill>
              <a:latin typeface="Hepta Slab"/>
              <a:ea typeface="Hepta Slab"/>
              <a:cs typeface="Hepta Slab"/>
              <a:sym typeface="Hepta Slab"/>
            </a:endParaRPr>
          </a:p>
        </p:txBody>
      </p:sp>
      <p:sp>
        <p:nvSpPr>
          <p:cNvPr id="544" name="Google Shape;544;p22"/>
          <p:cNvSpPr/>
          <p:nvPr/>
        </p:nvSpPr>
        <p:spPr>
          <a:xfrm>
            <a:off x="5283300" y="3086975"/>
            <a:ext cx="23859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440" u="none" cap="none" strike="noStrike">
                <a:solidFill>
                  <a:schemeClr val="lt1"/>
                </a:solidFill>
                <a:latin typeface="Hepta Slab SemiBold"/>
                <a:ea typeface="Hepta Slab SemiBold"/>
                <a:cs typeface="Hepta Slab SemiBold"/>
                <a:sym typeface="Hepta Slab SemiBold"/>
              </a:rPr>
              <a:t>Expected </a:t>
            </a:r>
            <a:r>
              <a:rPr b="0" i="0" lang="en" sz="1440" u="none" cap="none" strike="noStrike">
                <a:solidFill>
                  <a:srgbClr val="FF0000"/>
                </a:solidFill>
                <a:latin typeface="Hepta Slab SemiBold"/>
                <a:ea typeface="Hepta Slab SemiBold"/>
                <a:cs typeface="Hepta Slab SemiBold"/>
                <a:sym typeface="Hepta Slab SemiBold"/>
              </a:rPr>
              <a:t>Impact</a:t>
            </a:r>
            <a:endParaRPr b="0" i="0" sz="1440" u="none" cap="none" strike="noStrike">
              <a:solidFill>
                <a:srgbClr val="FF0000"/>
              </a:solidFill>
              <a:latin typeface="Hepta Slab SemiBold"/>
              <a:ea typeface="Hepta Slab SemiBold"/>
              <a:cs typeface="Hepta Slab SemiBold"/>
              <a:sym typeface="Hepta Slab SemiBold"/>
            </a:endParaRPr>
          </a:p>
        </p:txBody>
      </p:sp>
      <p:sp>
        <p:nvSpPr>
          <p:cNvPr id="545" name="Google Shape;545;p22"/>
          <p:cNvSpPr/>
          <p:nvPr/>
        </p:nvSpPr>
        <p:spPr>
          <a:xfrm>
            <a:off x="4675650" y="3456375"/>
            <a:ext cx="36012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240" u="none" cap="none" strike="noStrike">
                <a:solidFill>
                  <a:schemeClr val="lt1"/>
                </a:solidFill>
                <a:latin typeface="Hepta Slab Medium"/>
                <a:ea typeface="Hepta Slab Medium"/>
                <a:cs typeface="Hepta Slab Medium"/>
                <a:sym typeface="Hepta Slab Medium"/>
              </a:rPr>
              <a:t>Improved customer experience and service consistency.</a:t>
            </a:r>
            <a:endParaRPr b="0" i="0" sz="1440" u="none" cap="none" strike="noStrike">
              <a:solidFill>
                <a:schemeClr val="lt1"/>
              </a:solidFill>
              <a:latin typeface="Hepta Slab Medium"/>
              <a:ea typeface="Hepta Slab Medium"/>
              <a:cs typeface="Hepta Slab Medium"/>
              <a:sym typeface="Hepta Slab Medium"/>
            </a:endParaRPr>
          </a:p>
        </p:txBody>
      </p:sp>
      <p:sp>
        <p:nvSpPr>
          <p:cNvPr id="546" name="Google Shape;546;p22"/>
          <p:cNvSpPr/>
          <p:nvPr/>
        </p:nvSpPr>
        <p:spPr>
          <a:xfrm>
            <a:off x="5326850" y="4200950"/>
            <a:ext cx="23859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440" u="none" cap="none" strike="noStrike">
                <a:solidFill>
                  <a:schemeClr val="lt1"/>
                </a:solidFill>
                <a:latin typeface="Hepta Slab SemiBold"/>
                <a:ea typeface="Hepta Slab SemiBold"/>
                <a:cs typeface="Hepta Slab SemiBold"/>
                <a:sym typeface="Hepta Slab SemiBold"/>
              </a:rPr>
              <a:t>Expected </a:t>
            </a:r>
            <a:r>
              <a:rPr b="0" i="0" lang="en" sz="1440" u="none" cap="none" strike="noStrike">
                <a:solidFill>
                  <a:srgbClr val="FF0000"/>
                </a:solidFill>
                <a:latin typeface="Hepta Slab SemiBold"/>
                <a:ea typeface="Hepta Slab SemiBold"/>
                <a:cs typeface="Hepta Slab SemiBold"/>
                <a:sym typeface="Hepta Slab SemiBold"/>
              </a:rPr>
              <a:t>Impact</a:t>
            </a:r>
            <a:endParaRPr b="0" i="0" sz="1440" u="none" cap="none" strike="noStrike">
              <a:solidFill>
                <a:srgbClr val="FF0000"/>
              </a:solidFill>
              <a:latin typeface="Hepta Slab SemiBold"/>
              <a:ea typeface="Hepta Slab SemiBold"/>
              <a:cs typeface="Hepta Slab SemiBold"/>
              <a:sym typeface="Hepta Slab SemiBold"/>
            </a:endParaRPr>
          </a:p>
        </p:txBody>
      </p:sp>
      <p:sp>
        <p:nvSpPr>
          <p:cNvPr id="547" name="Google Shape;547;p22"/>
          <p:cNvSpPr/>
          <p:nvPr/>
        </p:nvSpPr>
        <p:spPr>
          <a:xfrm>
            <a:off x="4719200" y="4570350"/>
            <a:ext cx="36012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240" u="none" cap="none" strike="noStrike">
                <a:solidFill>
                  <a:schemeClr val="lt1"/>
                </a:solidFill>
                <a:latin typeface="Hepta Slab Medium"/>
                <a:ea typeface="Hepta Slab Medium"/>
                <a:cs typeface="Hepta Slab Medium"/>
                <a:sym typeface="Hepta Slab Medium"/>
              </a:rPr>
              <a:t>Better staffing decisions during high-demand periods.</a:t>
            </a:r>
            <a:endParaRPr b="0" i="0" sz="1440" u="none" cap="none" strike="noStrike">
              <a:solidFill>
                <a:schemeClr val="lt1"/>
              </a:solidFill>
              <a:latin typeface="Hepta Slab Medium"/>
              <a:ea typeface="Hepta Slab Medium"/>
              <a:cs typeface="Hepta Slab Medium"/>
              <a:sym typeface="Hepta Slab Medium"/>
            </a:endParaRPr>
          </a:p>
        </p:txBody>
      </p:sp>
      <p:sp>
        <p:nvSpPr>
          <p:cNvPr id="548" name="Google Shape;548;p22"/>
          <p:cNvSpPr/>
          <p:nvPr/>
        </p:nvSpPr>
        <p:spPr>
          <a:xfrm>
            <a:off x="5326850" y="886113"/>
            <a:ext cx="23859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440" u="none" cap="none" strike="noStrike">
                <a:solidFill>
                  <a:schemeClr val="lt1"/>
                </a:solidFill>
                <a:latin typeface="Hepta Slab SemiBold"/>
                <a:ea typeface="Hepta Slab SemiBold"/>
                <a:cs typeface="Hepta Slab SemiBold"/>
                <a:sym typeface="Hepta Slab SemiBold"/>
              </a:rPr>
              <a:t>Expected </a:t>
            </a:r>
            <a:r>
              <a:rPr b="0" i="0" lang="en" sz="1440" u="none" cap="none" strike="noStrike">
                <a:solidFill>
                  <a:srgbClr val="FF0000"/>
                </a:solidFill>
                <a:latin typeface="Hepta Slab SemiBold"/>
                <a:ea typeface="Hepta Slab SemiBold"/>
                <a:cs typeface="Hepta Slab SemiBold"/>
                <a:sym typeface="Hepta Slab SemiBold"/>
              </a:rPr>
              <a:t>Impact</a:t>
            </a:r>
            <a:endParaRPr b="0" i="0" sz="1440" u="none" cap="none" strike="noStrike">
              <a:solidFill>
                <a:srgbClr val="FF0000"/>
              </a:solidFill>
              <a:latin typeface="Hepta Slab SemiBold"/>
              <a:ea typeface="Hepta Slab SemiBold"/>
              <a:cs typeface="Hepta Slab SemiBold"/>
              <a:sym typeface="Hepta Slab SemiBold"/>
            </a:endParaRPr>
          </a:p>
        </p:txBody>
      </p:sp>
      <p:sp>
        <p:nvSpPr>
          <p:cNvPr id="549" name="Google Shape;549;p22"/>
          <p:cNvSpPr/>
          <p:nvPr/>
        </p:nvSpPr>
        <p:spPr>
          <a:xfrm>
            <a:off x="4719200" y="1255513"/>
            <a:ext cx="3601200" cy="198900"/>
          </a:xfrm>
          <a:prstGeom prst="rect">
            <a:avLst/>
          </a:prstGeom>
          <a:noFill/>
          <a:ln>
            <a:noFill/>
          </a:ln>
        </p:spPr>
        <p:txBody>
          <a:bodyPr anchorCtr="0" anchor="ctr" bIns="0" lIns="0" spcFirstLastPara="1" rIns="0" wrap="square" tIns="0">
            <a:noAutofit/>
          </a:bodyPr>
          <a:lstStyle/>
          <a:p>
            <a:pPr indent="0" lvl="0" marL="0" marR="0" rtl="0" algn="ctr">
              <a:lnSpc>
                <a:spcPct val="104000"/>
              </a:lnSpc>
              <a:spcBef>
                <a:spcPts val="0"/>
              </a:spcBef>
              <a:spcAft>
                <a:spcPts val="0"/>
              </a:spcAft>
              <a:buClr>
                <a:srgbClr val="E5E0DF"/>
              </a:buClr>
              <a:buSzPts val="1440"/>
              <a:buFont typeface="Poppins Light"/>
              <a:buNone/>
            </a:pPr>
            <a:r>
              <a:rPr b="0" i="0" lang="en" sz="1240" u="none" cap="none" strike="noStrike">
                <a:solidFill>
                  <a:schemeClr val="lt1"/>
                </a:solidFill>
                <a:latin typeface="Hepta Slab Medium"/>
                <a:ea typeface="Hepta Slab Medium"/>
                <a:cs typeface="Hepta Slab Medium"/>
                <a:sym typeface="Hepta Slab Medium"/>
              </a:rPr>
              <a:t>Reduction in overall ticket volume and faster service delivery.</a:t>
            </a:r>
            <a:endParaRPr b="0" i="0" sz="1440" u="none" cap="none" strike="noStrike">
              <a:solidFill>
                <a:schemeClr val="lt1"/>
              </a:solidFill>
              <a:latin typeface="Hepta Slab Medium"/>
              <a:ea typeface="Hepta Slab Medium"/>
              <a:cs typeface="Hepta Slab Medium"/>
              <a:sym typeface="Hepta Slab Medium"/>
            </a:endParaRPr>
          </a:p>
        </p:txBody>
      </p:sp>
      <p:sp>
        <p:nvSpPr>
          <p:cNvPr id="550" name="Google Shape;550;p22"/>
          <p:cNvSpPr txBox="1"/>
          <p:nvPr>
            <p:ph type="title"/>
          </p:nvPr>
        </p:nvSpPr>
        <p:spPr>
          <a:xfrm>
            <a:off x="33425" y="0"/>
            <a:ext cx="77940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"What actions should the organization take to improve performance?"</a:t>
            </a:r>
            <a:endParaRPr sz="1300">
              <a:solidFill>
                <a:srgbClr val="4A86E8"/>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23"/>
          <p:cNvSpPr txBox="1"/>
          <p:nvPr>
            <p:ph type="title"/>
          </p:nvPr>
        </p:nvSpPr>
        <p:spPr>
          <a:xfrm>
            <a:off x="697350" y="453975"/>
            <a:ext cx="7749300" cy="489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rPr>
              <a:t>Full Dashboard</a:t>
            </a:r>
            <a:endParaRPr sz="2600">
              <a:solidFill>
                <a:srgbClr val="FF0000"/>
              </a:solidFill>
            </a:endParaRPr>
          </a:p>
        </p:txBody>
      </p:sp>
      <p:sp>
        <p:nvSpPr>
          <p:cNvPr id="556" name="Google Shape;556;p23"/>
          <p:cNvSpPr txBox="1"/>
          <p:nvPr>
            <p:ph type="title"/>
          </p:nvPr>
        </p:nvSpPr>
        <p:spPr>
          <a:xfrm>
            <a:off x="33425" y="0"/>
            <a:ext cx="77940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"How can management quickly monitor overall IT support performance?"</a:t>
            </a:r>
            <a:endParaRPr sz="1300">
              <a:solidFill>
                <a:srgbClr val="4A86E8"/>
              </a:solidFill>
            </a:endParaRPr>
          </a:p>
        </p:txBody>
      </p:sp>
      <p:pic>
        <p:nvPicPr>
          <p:cNvPr id="557" name="Google Shape;557;p23"/>
          <p:cNvPicPr preferRelativeResize="0"/>
          <p:nvPr/>
        </p:nvPicPr>
        <p:blipFill>
          <a:blip r:embed="rId3">
            <a:alphaModFix/>
          </a:blip>
          <a:stretch>
            <a:fillRect/>
          </a:stretch>
        </p:blipFill>
        <p:spPr>
          <a:xfrm>
            <a:off x="111125" y="1471750"/>
            <a:ext cx="8839204" cy="24989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1" name="Shape 561"/>
        <p:cNvGrpSpPr/>
        <p:nvPr/>
      </p:nvGrpSpPr>
      <p:grpSpPr>
        <a:xfrm>
          <a:off x="0" y="0"/>
          <a:ext cx="0" cy="0"/>
          <a:chOff x="0" y="0"/>
          <a:chExt cx="0" cy="0"/>
        </a:xfrm>
      </p:grpSpPr>
      <p:sp>
        <p:nvSpPr>
          <p:cNvPr id="562" name="Google Shape;562;p24"/>
          <p:cNvSpPr txBox="1"/>
          <p:nvPr>
            <p:ph idx="1" type="subTitle"/>
          </p:nvPr>
        </p:nvSpPr>
        <p:spPr>
          <a:xfrm>
            <a:off x="1397925" y="349600"/>
            <a:ext cx="6178500" cy="357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3000">
                <a:solidFill>
                  <a:srgbClr val="FF0000"/>
                </a:solidFill>
              </a:rPr>
              <a:t>Interactive Dashboard</a:t>
            </a:r>
            <a:endParaRPr sz="3000">
              <a:solidFill>
                <a:srgbClr val="FF0000"/>
              </a:solidFill>
            </a:endParaRPr>
          </a:p>
          <a:p>
            <a:pPr indent="0" lvl="0" marL="0" rtl="0" algn="ctr">
              <a:lnSpc>
                <a:spcPct val="100000"/>
              </a:lnSpc>
              <a:spcBef>
                <a:spcPts val="0"/>
              </a:spcBef>
              <a:spcAft>
                <a:spcPts val="0"/>
              </a:spcAft>
              <a:buSzPts val="1400"/>
              <a:buNone/>
            </a:pPr>
            <a:r>
              <a:rPr lang="en" sz="1700">
                <a:solidFill>
                  <a:srgbClr val="FF0000"/>
                </a:solidFill>
              </a:rPr>
              <a:t> - Executive Overview </a:t>
            </a:r>
            <a:endParaRPr sz="1700">
              <a:solidFill>
                <a:srgbClr val="FF0000"/>
              </a:solidFill>
            </a:endParaRPr>
          </a:p>
          <a:p>
            <a:pPr indent="0" lvl="0" marL="0" rtl="0" algn="ctr">
              <a:lnSpc>
                <a:spcPct val="100000"/>
              </a:lnSpc>
              <a:spcBef>
                <a:spcPts val="0"/>
              </a:spcBef>
              <a:spcAft>
                <a:spcPts val="0"/>
              </a:spcAft>
              <a:buSzPts val="1400"/>
              <a:buNone/>
            </a:pPr>
            <a:r>
              <a:t/>
            </a:r>
            <a:endParaRPr sz="1700">
              <a:solidFill>
                <a:srgbClr val="FF0000"/>
              </a:solidFill>
            </a:endParaRPr>
          </a:p>
        </p:txBody>
      </p:sp>
      <p:sp>
        <p:nvSpPr>
          <p:cNvPr id="563" name="Google Shape;563;p24"/>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100"/>
              <a:buNone/>
            </a:pPr>
            <a:fld id="{00000000-1234-1234-1234-123412341234}" type="slidenum">
              <a:rPr lang="en"/>
              <a:t>‹#›</a:t>
            </a:fld>
            <a:endParaRPr/>
          </a:p>
        </p:txBody>
      </p:sp>
      <p:sp>
        <p:nvSpPr>
          <p:cNvPr id="564" name="Google Shape;564;p24"/>
          <p:cNvSpPr/>
          <p:nvPr/>
        </p:nvSpPr>
        <p:spPr>
          <a:xfrm>
            <a:off x="4236276" y="4271725"/>
            <a:ext cx="4716900" cy="426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2F2F3"/>
              </a:buClr>
              <a:buSzPts val="1100"/>
              <a:buFont typeface="Poppins Light"/>
              <a:buNone/>
            </a:pPr>
            <a:r>
              <a:t/>
            </a:r>
            <a:endParaRPr b="0" i="0" sz="1100" u="none" cap="none" strike="noStrike">
              <a:solidFill>
                <a:srgbClr val="000000"/>
              </a:solidFill>
              <a:latin typeface="Hepta Slab Medium"/>
              <a:ea typeface="Hepta Slab Medium"/>
              <a:cs typeface="Hepta Slab Medium"/>
              <a:sym typeface="Hepta Slab Medium"/>
            </a:endParaRPr>
          </a:p>
        </p:txBody>
      </p:sp>
      <p:sp>
        <p:nvSpPr>
          <p:cNvPr id="565" name="Google Shape;565;p24"/>
          <p:cNvSpPr txBox="1"/>
          <p:nvPr>
            <p:ph idx="4294967295" type="title"/>
          </p:nvPr>
        </p:nvSpPr>
        <p:spPr>
          <a:xfrm>
            <a:off x="320150" y="1219400"/>
            <a:ext cx="8170500" cy="331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3600"/>
              <a:buNone/>
            </a:pPr>
            <a:r>
              <a:rPr lang="en" sz="1600">
                <a:latin typeface="Hepta Slab SemiBold"/>
                <a:ea typeface="Hepta Slab SemiBold"/>
                <a:cs typeface="Hepta Slab SemiBold"/>
                <a:sym typeface="Hepta Slab SemiBold"/>
              </a:rPr>
              <a:t>Key Highlights</a:t>
            </a:r>
            <a:endParaRPr sz="1600">
              <a:latin typeface="Hepta Slab SemiBold"/>
              <a:ea typeface="Hepta Slab SemiBold"/>
              <a:cs typeface="Hepta Slab SemiBold"/>
              <a:sym typeface="Hepta Slab SemiBold"/>
            </a:endParaRPr>
          </a:p>
          <a:p>
            <a:pPr indent="0" lvl="0" marL="0" rtl="0" algn="l">
              <a:lnSpc>
                <a:spcPct val="115000"/>
              </a:lnSpc>
              <a:spcBef>
                <a:spcPts val="0"/>
              </a:spcBef>
              <a:spcAft>
                <a:spcPts val="0"/>
              </a:spcAft>
              <a:buNone/>
            </a:pPr>
            <a:r>
              <a:t/>
            </a:r>
            <a:endParaRPr sz="1300"/>
          </a:p>
          <a:p>
            <a:pPr indent="-311150" lvl="0" marL="457200" rtl="0" algn="l">
              <a:lnSpc>
                <a:spcPct val="115000"/>
              </a:lnSpc>
              <a:spcBef>
                <a:spcPts val="0"/>
              </a:spcBef>
              <a:spcAft>
                <a:spcPts val="0"/>
              </a:spcAft>
              <a:buSzPts val="1300"/>
              <a:buChar char="❏"/>
            </a:pPr>
            <a:r>
              <a:rPr lang="en" sz="1300"/>
              <a:t>Provides an executive-level summary of IT support performance.</a:t>
            </a:r>
            <a:endParaRPr sz="1300"/>
          </a:p>
          <a:p>
            <a:pPr indent="-311150" lvl="0" marL="457200" rtl="0" algn="l">
              <a:lnSpc>
                <a:spcPct val="115000"/>
              </a:lnSpc>
              <a:spcBef>
                <a:spcPts val="0"/>
              </a:spcBef>
              <a:spcAft>
                <a:spcPts val="0"/>
              </a:spcAft>
              <a:buSzPts val="1300"/>
              <a:buChar char="❏"/>
            </a:pPr>
            <a:r>
              <a:rPr lang="en" sz="1300"/>
              <a:t>Displays core operational KPIs and workload trends.</a:t>
            </a:r>
            <a:endParaRPr sz="1300"/>
          </a:p>
          <a:p>
            <a:pPr indent="-311150" lvl="0" marL="457200" rtl="0" algn="l">
              <a:lnSpc>
                <a:spcPct val="115000"/>
              </a:lnSpc>
              <a:spcBef>
                <a:spcPts val="0"/>
              </a:spcBef>
              <a:spcAft>
                <a:spcPts val="0"/>
              </a:spcAft>
              <a:buSzPts val="1300"/>
              <a:buChar char="❏"/>
            </a:pPr>
            <a:r>
              <a:rPr lang="en" sz="1300"/>
              <a:t>Highlights overall ticket demand and top-performing agents.</a:t>
            </a:r>
            <a:endParaRPr sz="1300"/>
          </a:p>
          <a:p>
            <a:pPr indent="-311150" lvl="0" marL="457200" rtl="0" algn="l">
              <a:lnSpc>
                <a:spcPct val="115000"/>
              </a:lnSpc>
              <a:spcBef>
                <a:spcPts val="0"/>
              </a:spcBef>
              <a:spcAft>
                <a:spcPts val="0"/>
              </a:spcAft>
              <a:buSzPts val="1300"/>
              <a:buChar char="❏"/>
            </a:pPr>
            <a:r>
              <a:rPr lang="en" sz="1300"/>
              <a:t>Tracks service quality and customer satisfaction trends.</a:t>
            </a:r>
            <a:endParaRPr sz="1300"/>
          </a:p>
          <a:p>
            <a:pPr indent="-311150" lvl="0" marL="457200" rtl="0" algn="l">
              <a:lnSpc>
                <a:spcPct val="115000"/>
              </a:lnSpc>
              <a:spcBef>
                <a:spcPts val="0"/>
              </a:spcBef>
              <a:spcAft>
                <a:spcPts val="0"/>
              </a:spcAft>
              <a:buSzPts val="1300"/>
              <a:buChar char="❏"/>
            </a:pPr>
            <a:r>
              <a:rPr lang="en" sz="1300"/>
              <a:t>Identifies request categories with longer resolution times.</a:t>
            </a:r>
            <a:endParaRPr sz="1300"/>
          </a:p>
          <a:p>
            <a:pPr indent="-311150" lvl="0" marL="457200" rtl="0" algn="l">
              <a:lnSpc>
                <a:spcPct val="115000"/>
              </a:lnSpc>
              <a:spcBef>
                <a:spcPts val="0"/>
              </a:spcBef>
              <a:spcAft>
                <a:spcPts val="0"/>
              </a:spcAft>
              <a:buSzPts val="1300"/>
              <a:buChar char="❏"/>
            </a:pPr>
            <a:r>
              <a:rPr lang="en" sz="1300"/>
              <a:t>Provides insights into ticket composition and workforce performance.</a:t>
            </a:r>
            <a:endParaRPr sz="1300"/>
          </a:p>
          <a:p>
            <a:pPr indent="-311150" lvl="0" marL="457200" rtl="0" algn="l">
              <a:lnSpc>
                <a:spcPct val="115000"/>
              </a:lnSpc>
              <a:spcBef>
                <a:spcPts val="0"/>
              </a:spcBef>
              <a:spcAft>
                <a:spcPts val="0"/>
              </a:spcAft>
              <a:buSzPts val="1300"/>
              <a:buChar char="❏"/>
            </a:pPr>
            <a:r>
              <a:rPr lang="en" sz="1300"/>
              <a:t>Provides deeper visibility into service quality and resolution performance.</a:t>
            </a:r>
            <a:endParaRPr sz="1300"/>
          </a:p>
          <a:p>
            <a:pPr indent="-311150" lvl="0" marL="457200" rtl="0" algn="l">
              <a:lnSpc>
                <a:spcPct val="115000"/>
              </a:lnSpc>
              <a:spcBef>
                <a:spcPts val="0"/>
              </a:spcBef>
              <a:spcAft>
                <a:spcPts val="0"/>
              </a:spcAft>
              <a:buSzPts val="1300"/>
              <a:buChar char="❏"/>
            </a:pPr>
            <a:r>
              <a:rPr lang="en" sz="1300"/>
              <a:t>Highlights workforce demographics and ticket handling patterns.</a:t>
            </a:r>
            <a:endParaRPr sz="1300"/>
          </a:p>
          <a:p>
            <a:pPr indent="-311150" lvl="0" marL="457200" rtl="0" algn="l">
              <a:lnSpc>
                <a:spcPct val="115000"/>
              </a:lnSpc>
              <a:spcBef>
                <a:spcPts val="0"/>
              </a:spcBef>
              <a:spcAft>
                <a:spcPts val="0"/>
              </a:spcAft>
              <a:buSzPts val="1300"/>
              <a:buChar char="❏"/>
            </a:pPr>
            <a:r>
              <a:rPr lang="en" sz="1300"/>
              <a:t>Supports continuous monitoring and performance optimization.</a:t>
            </a:r>
            <a:endParaRPr sz="1300"/>
          </a:p>
          <a:p>
            <a:pPr indent="0" lvl="0" marL="0" rtl="0" algn="l">
              <a:lnSpc>
                <a:spcPct val="100000"/>
              </a:lnSpc>
              <a:spcBef>
                <a:spcPts val="1200"/>
              </a:spcBef>
              <a:spcAft>
                <a:spcPts val="0"/>
              </a:spcAft>
              <a:buSzPts val="3600"/>
              <a:buNone/>
            </a:pPr>
            <a:r>
              <a:t/>
            </a:r>
            <a:endParaRPr sz="1600"/>
          </a:p>
        </p:txBody>
      </p:sp>
      <p:sp>
        <p:nvSpPr>
          <p:cNvPr id="566" name="Google Shape;566;p24"/>
          <p:cNvSpPr txBox="1"/>
          <p:nvPr>
            <p:ph idx="4294967295" type="title"/>
          </p:nvPr>
        </p:nvSpPr>
        <p:spPr>
          <a:xfrm>
            <a:off x="33425" y="0"/>
            <a:ext cx="77940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"How can management quickly monitor overall IT support performance?"</a:t>
            </a:r>
            <a:endParaRPr sz="1300">
              <a:solidFill>
                <a:srgbClr val="4A86E8"/>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0"/>
          <p:cNvSpPr txBox="1"/>
          <p:nvPr/>
        </p:nvSpPr>
        <p:spPr>
          <a:xfrm>
            <a:off x="350375" y="1709050"/>
            <a:ext cx="8368500" cy="281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Hepta Slab SemiBold"/>
                <a:ea typeface="Hepta Slab SemiBold"/>
                <a:cs typeface="Hepta Slab SemiBold"/>
                <a:sym typeface="Hepta Slab SemiBold"/>
              </a:rPr>
              <a:t>Final Recommendation</a:t>
            </a:r>
            <a:endParaRPr b="0" i="0" sz="1800" u="none" cap="none" strike="noStrike">
              <a:solidFill>
                <a:schemeClr val="dk1"/>
              </a:solidFill>
              <a:latin typeface="Hepta Slab SemiBold"/>
              <a:ea typeface="Hepta Slab SemiBold"/>
              <a:cs typeface="Hepta Slab SemiBold"/>
              <a:sym typeface="Hepta Slab SemiBold"/>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Hepta Slab Medium"/>
                <a:ea typeface="Hepta Slab Medium"/>
                <a:cs typeface="Hepta Slab Medium"/>
                <a:sym typeface="Hepta Slab Medium"/>
              </a:rPr>
              <a:t>✅ Prioritize technology upgrades, automation, and process improvements to reduce resolution times.</a:t>
            </a:r>
            <a:endParaRPr b="0" i="0" sz="1500" u="none" cap="none" strike="noStrike">
              <a:solidFill>
                <a:schemeClr val="dk1"/>
              </a:solidFill>
              <a:latin typeface="Hepta Slab Medium"/>
              <a:ea typeface="Hepta Slab Medium"/>
              <a:cs typeface="Hepta Slab Medium"/>
              <a:sym typeface="Hepta Slab Medium"/>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Hepta Slab Medium"/>
              <a:ea typeface="Hepta Slab Medium"/>
              <a:cs typeface="Hepta Slab Medium"/>
              <a:sym typeface="Hepta Slab Medium"/>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Hepta Slab Medium"/>
                <a:ea typeface="Hepta Slab Medium"/>
                <a:cs typeface="Hepta Slab Medium"/>
                <a:sym typeface="Hepta Slab Medium"/>
              </a:rPr>
              <a:t>✅ Invest in targeted training and coaching for selected agents to improve customer satisfaction and service consistency.</a:t>
            </a:r>
            <a:endParaRPr b="0" i="0" sz="1500" u="none" cap="none" strike="noStrike">
              <a:solidFill>
                <a:schemeClr val="dk1"/>
              </a:solidFill>
              <a:latin typeface="Hepta Slab Medium"/>
              <a:ea typeface="Hepta Slab Medium"/>
              <a:cs typeface="Hepta Slab Medium"/>
              <a:sym typeface="Hepta Slab Medium"/>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Hepta Slab Medium"/>
              <a:ea typeface="Hepta Slab Medium"/>
              <a:cs typeface="Hepta Slab Medium"/>
              <a:sym typeface="Hepta Slab Medium"/>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Hepta Slab Medium"/>
                <a:ea typeface="Hepta Slab Medium"/>
                <a:cs typeface="Hepta Slab Medium"/>
                <a:sym typeface="Hepta Slab Medium"/>
              </a:rPr>
              <a:t>✅ Continue monitoring key KPIs through the dashboard to support data-driven decision-making and continuous improvement.</a:t>
            </a:r>
            <a:br>
              <a:rPr b="0" i="0" lang="en" sz="1500" u="none" cap="none" strike="noStrike">
                <a:solidFill>
                  <a:schemeClr val="dk1"/>
                </a:solidFill>
                <a:latin typeface="Hepta Slab Medium"/>
                <a:ea typeface="Hepta Slab Medium"/>
                <a:cs typeface="Hepta Slab Medium"/>
                <a:sym typeface="Hepta Slab Medium"/>
              </a:rPr>
            </a:br>
            <a:endParaRPr b="0" i="0" sz="1500" u="none" cap="none" strike="noStrike">
              <a:solidFill>
                <a:schemeClr val="dk1"/>
              </a:solidFill>
              <a:latin typeface="Hepta Slab Medium"/>
              <a:ea typeface="Hepta Slab Medium"/>
              <a:cs typeface="Hepta Slab Medium"/>
              <a:sym typeface="Hepta Slab Medium"/>
            </a:endParaRPr>
          </a:p>
        </p:txBody>
      </p:sp>
      <p:sp>
        <p:nvSpPr>
          <p:cNvPr id="572" name="Google Shape;572;p30"/>
          <p:cNvSpPr txBox="1"/>
          <p:nvPr>
            <p:ph type="title"/>
          </p:nvPr>
        </p:nvSpPr>
        <p:spPr>
          <a:xfrm>
            <a:off x="729350" y="70600"/>
            <a:ext cx="7749300" cy="569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latin typeface="Hepta Slab SemiBold"/>
                <a:ea typeface="Hepta Slab SemiBold"/>
                <a:cs typeface="Hepta Slab SemiBold"/>
                <a:sym typeface="Hepta Slab SemiBold"/>
              </a:rPr>
              <a:t>Closing Statement</a:t>
            </a:r>
            <a:endParaRPr sz="3000">
              <a:solidFill>
                <a:srgbClr val="FF0000"/>
              </a:solidFill>
              <a:latin typeface="Hepta Slab SemiBold"/>
              <a:ea typeface="Hepta Slab SemiBold"/>
              <a:cs typeface="Hepta Slab SemiBold"/>
              <a:sym typeface="Hepta Slab SemiBold"/>
            </a:endParaRPr>
          </a:p>
        </p:txBody>
      </p:sp>
      <p:sp>
        <p:nvSpPr>
          <p:cNvPr id="573" name="Google Shape;573;p30"/>
          <p:cNvSpPr txBox="1"/>
          <p:nvPr>
            <p:ph idx="2" type="title"/>
          </p:nvPr>
        </p:nvSpPr>
        <p:spPr>
          <a:xfrm>
            <a:off x="697350" y="599000"/>
            <a:ext cx="7749300" cy="443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800"/>
              <a:buNone/>
            </a:pPr>
            <a:r>
              <a:rPr lang="en" sz="1400"/>
              <a:t>The analysis indicates that improving technology and operational processes will deliver greater business value than increasing headcount, enabling faster ticket resolution, sustained employee satisfaction, and more efficient IT support operations.</a:t>
            </a:r>
            <a:endParaRPr sz="1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29"/>
          <p:cNvSpPr txBox="1"/>
          <p:nvPr>
            <p:ph type="title"/>
          </p:nvPr>
        </p:nvSpPr>
        <p:spPr>
          <a:xfrm>
            <a:off x="724025" y="417400"/>
            <a:ext cx="7749300" cy="569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solidFill>
                  <a:srgbClr val="FF0000"/>
                </a:solidFill>
                <a:latin typeface="Hepta Slab SemiBold"/>
                <a:ea typeface="Hepta Slab SemiBold"/>
                <a:cs typeface="Hepta Slab SemiBold"/>
                <a:sym typeface="Hepta Slab SemiBold"/>
              </a:rPr>
              <a:t>Conclusion</a:t>
            </a:r>
            <a:endParaRPr sz="3000">
              <a:solidFill>
                <a:srgbClr val="FF0000"/>
              </a:solidFill>
              <a:latin typeface="Hepta Slab SemiBold"/>
              <a:ea typeface="Hepta Slab SemiBold"/>
              <a:cs typeface="Hepta Slab SemiBold"/>
              <a:sym typeface="Hepta Slab SemiBold"/>
            </a:endParaRPr>
          </a:p>
        </p:txBody>
      </p:sp>
      <p:sp>
        <p:nvSpPr>
          <p:cNvPr id="579" name="Google Shape;579;p29"/>
          <p:cNvSpPr txBox="1"/>
          <p:nvPr>
            <p:ph idx="2" type="title"/>
          </p:nvPr>
        </p:nvSpPr>
        <p:spPr>
          <a:xfrm>
            <a:off x="697350" y="897800"/>
            <a:ext cx="7749300" cy="443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800"/>
              <a:buNone/>
            </a:pPr>
            <a:r>
              <a:rPr lang="en" sz="1400"/>
              <a:t>The analysis successfully evaluated the performance of IT support operations using historical ticket data.</a:t>
            </a:r>
            <a:endParaRPr sz="1400"/>
          </a:p>
        </p:txBody>
      </p:sp>
      <p:sp>
        <p:nvSpPr>
          <p:cNvPr id="580" name="Google Shape;580;p29"/>
          <p:cNvSpPr txBox="1"/>
          <p:nvPr/>
        </p:nvSpPr>
        <p:spPr>
          <a:xfrm>
            <a:off x="355725" y="1410250"/>
            <a:ext cx="8368500" cy="315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Hepta Slab SemiBold"/>
                <a:ea typeface="Hepta Slab SemiBold"/>
                <a:cs typeface="Hepta Slab SemiBold"/>
                <a:sym typeface="Hepta Slab SemiBold"/>
              </a:rPr>
              <a:t>Major Findings</a:t>
            </a:r>
            <a:endParaRPr b="0" i="0" sz="1400" u="none" cap="none" strike="noStrike">
              <a:solidFill>
                <a:schemeClr val="dk1"/>
              </a:solidFill>
              <a:latin typeface="Hepta Slab SemiBold"/>
              <a:ea typeface="Hepta Slab SemiBold"/>
              <a:cs typeface="Hepta Slab SemiBold"/>
              <a:sym typeface="Hepta Slab SemiBol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98450" lvl="0" marL="457200" marR="0" rtl="0" algn="l">
              <a:lnSpc>
                <a:spcPct val="100000"/>
              </a:lnSpc>
              <a:spcBef>
                <a:spcPts val="0"/>
              </a:spcBef>
              <a:spcAft>
                <a:spcPts val="0"/>
              </a:spcAft>
              <a:buClr>
                <a:schemeClr val="dk1"/>
              </a:buClr>
              <a:buSzPts val="1100"/>
              <a:buFont typeface="Hepta Slab Medium"/>
              <a:buChar char="●"/>
            </a:pPr>
            <a:r>
              <a:rPr b="0" i="0" lang="en" sz="1100" u="none" cap="none" strike="noStrike">
                <a:solidFill>
                  <a:schemeClr val="dk1"/>
                </a:solidFill>
                <a:latin typeface="Hepta Slab Medium"/>
                <a:ea typeface="Hepta Slab Medium"/>
                <a:cs typeface="Hepta Slab Medium"/>
                <a:sym typeface="Hepta Slab Medium"/>
              </a:rPr>
              <a:t>The IT support team handled 97,498 tickets while maintaining a strong average satisfaction score of approximately 4.1/5.</a:t>
            </a:r>
            <a:endParaRPr b="0" i="0" sz="1100" u="none" cap="none" strike="noStrike">
              <a:solidFill>
                <a:schemeClr val="dk1"/>
              </a:solidFill>
              <a:latin typeface="Hepta Slab Medium"/>
              <a:ea typeface="Hepta Slab Medium"/>
              <a:cs typeface="Hepta Slab Medium"/>
              <a:sym typeface="Hepta Slab Medium"/>
            </a:endParaRPr>
          </a:p>
          <a:p>
            <a:pPr indent="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Hepta Slab Medium"/>
              <a:ea typeface="Hepta Slab Medium"/>
              <a:cs typeface="Hepta Slab Medium"/>
              <a:sym typeface="Hepta Slab Medium"/>
            </a:endParaRPr>
          </a:p>
          <a:p>
            <a:pPr indent="-298450" lvl="0" marL="457200" marR="0" rtl="0" algn="l">
              <a:lnSpc>
                <a:spcPct val="100000"/>
              </a:lnSpc>
              <a:spcBef>
                <a:spcPts val="0"/>
              </a:spcBef>
              <a:spcAft>
                <a:spcPts val="0"/>
              </a:spcAft>
              <a:buClr>
                <a:schemeClr val="dk1"/>
              </a:buClr>
              <a:buSzPts val="1100"/>
              <a:buFont typeface="Hepta Slab Medium"/>
              <a:buChar char="●"/>
            </a:pPr>
            <a:r>
              <a:rPr b="0" i="0" lang="en" sz="1100" u="none" cap="none" strike="noStrike">
                <a:solidFill>
                  <a:schemeClr val="dk1"/>
                </a:solidFill>
                <a:latin typeface="Hepta Slab Medium"/>
                <a:ea typeface="Hepta Slab Medium"/>
                <a:cs typeface="Hepta Slab Medium"/>
                <a:sym typeface="Hepta Slab Medium"/>
              </a:rPr>
              <a:t>Ticket volume increased over time, but service quality remained stable, demonstrating effective operational performance.</a:t>
            </a:r>
            <a:endParaRPr b="0" i="0" sz="1100" u="none" cap="none" strike="noStrike">
              <a:solidFill>
                <a:schemeClr val="dk1"/>
              </a:solidFill>
              <a:latin typeface="Hepta Slab Medium"/>
              <a:ea typeface="Hepta Slab Medium"/>
              <a:cs typeface="Hepta Slab Medium"/>
              <a:sym typeface="Hepta Slab Medium"/>
            </a:endParaRPr>
          </a:p>
          <a:p>
            <a:pPr indent="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Hepta Slab Medium"/>
              <a:ea typeface="Hepta Slab Medium"/>
              <a:cs typeface="Hepta Slab Medium"/>
              <a:sym typeface="Hepta Slab Medium"/>
            </a:endParaRPr>
          </a:p>
          <a:p>
            <a:pPr indent="-298450" lvl="0" marL="457200" marR="0" rtl="0" algn="l">
              <a:lnSpc>
                <a:spcPct val="100000"/>
              </a:lnSpc>
              <a:spcBef>
                <a:spcPts val="0"/>
              </a:spcBef>
              <a:spcAft>
                <a:spcPts val="0"/>
              </a:spcAft>
              <a:buClr>
                <a:schemeClr val="dk1"/>
              </a:buClr>
              <a:buSzPts val="1100"/>
              <a:buFont typeface="Hepta Slab Medium"/>
              <a:buChar char="●"/>
            </a:pPr>
            <a:r>
              <a:rPr b="0" i="0" lang="en" sz="1100" u="none" cap="none" strike="noStrike">
                <a:solidFill>
                  <a:schemeClr val="dk1"/>
                </a:solidFill>
                <a:latin typeface="Hepta Slab Medium"/>
                <a:ea typeface="Hepta Slab Medium"/>
                <a:cs typeface="Hepta Slab Medium"/>
                <a:sym typeface="Hepta Slab Medium"/>
              </a:rPr>
              <a:t>Hardware and System requests consistently required the longest resolution times and represent the primary operational bottlenecks.</a:t>
            </a:r>
            <a:endParaRPr b="0" i="0" sz="1100" u="none" cap="none" strike="noStrike">
              <a:solidFill>
                <a:schemeClr val="dk1"/>
              </a:solidFill>
              <a:latin typeface="Hepta Slab Medium"/>
              <a:ea typeface="Hepta Slab Medium"/>
              <a:cs typeface="Hepta Slab Medium"/>
              <a:sym typeface="Hepta Slab Medium"/>
            </a:endParaRPr>
          </a:p>
          <a:p>
            <a:pPr indent="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Hepta Slab Medium"/>
              <a:ea typeface="Hepta Slab Medium"/>
              <a:cs typeface="Hepta Slab Medium"/>
              <a:sym typeface="Hepta Slab Medium"/>
            </a:endParaRPr>
          </a:p>
          <a:p>
            <a:pPr indent="-298450" lvl="0" marL="457200" marR="0" rtl="0" algn="l">
              <a:lnSpc>
                <a:spcPct val="100000"/>
              </a:lnSpc>
              <a:spcBef>
                <a:spcPts val="0"/>
              </a:spcBef>
              <a:spcAft>
                <a:spcPts val="0"/>
              </a:spcAft>
              <a:buClr>
                <a:schemeClr val="dk1"/>
              </a:buClr>
              <a:buSzPts val="1100"/>
              <a:buFont typeface="Hepta Slab Medium"/>
              <a:buChar char="●"/>
            </a:pPr>
            <a:r>
              <a:rPr b="0" i="0" lang="en" sz="1100" u="none" cap="none" strike="noStrike">
                <a:solidFill>
                  <a:schemeClr val="dk1"/>
                </a:solidFill>
                <a:latin typeface="Hepta Slab Medium"/>
                <a:ea typeface="Hepta Slab Medium"/>
                <a:cs typeface="Hepta Slab Medium"/>
                <a:sym typeface="Hepta Slab Medium"/>
              </a:rPr>
              <a:t>Workload distribution across agents is balanced, indicating that current staffing levels are generally sufficient.</a:t>
            </a:r>
            <a:endParaRPr b="0" i="0" sz="1100" u="none" cap="none" strike="noStrike">
              <a:solidFill>
                <a:schemeClr val="dk1"/>
              </a:solidFill>
              <a:latin typeface="Hepta Slab Medium"/>
              <a:ea typeface="Hepta Slab Medium"/>
              <a:cs typeface="Hepta Slab Medium"/>
              <a:sym typeface="Hepta Slab Medium"/>
            </a:endParaRPr>
          </a:p>
          <a:p>
            <a:pPr indent="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Hepta Slab Medium"/>
              <a:ea typeface="Hepta Slab Medium"/>
              <a:cs typeface="Hepta Slab Medium"/>
              <a:sym typeface="Hepta Slab Medium"/>
            </a:endParaRPr>
          </a:p>
          <a:p>
            <a:pPr indent="-298450" lvl="0" marL="457200" marR="0" rtl="0" algn="l">
              <a:lnSpc>
                <a:spcPct val="100000"/>
              </a:lnSpc>
              <a:spcBef>
                <a:spcPts val="0"/>
              </a:spcBef>
              <a:spcAft>
                <a:spcPts val="0"/>
              </a:spcAft>
              <a:buClr>
                <a:schemeClr val="dk1"/>
              </a:buClr>
              <a:buSzPts val="1100"/>
              <a:buFont typeface="Hepta Slab Medium"/>
              <a:buChar char="●"/>
            </a:pPr>
            <a:r>
              <a:rPr b="0" i="0" lang="en" sz="1100" u="none" cap="none" strike="noStrike">
                <a:solidFill>
                  <a:schemeClr val="dk1"/>
                </a:solidFill>
                <a:latin typeface="Hepta Slab Medium"/>
                <a:ea typeface="Hepta Slab Medium"/>
                <a:cs typeface="Hepta Slab Medium"/>
                <a:sym typeface="Hepta Slab Medium"/>
              </a:rPr>
              <a:t>Employee demographics showed minimal impact on satisfaction and ticket outcomes compared to operational and process-related factors.</a:t>
            </a:r>
            <a:endParaRPr b="0" i="0" sz="1100" u="none" cap="none" strike="noStrike">
              <a:solidFill>
                <a:schemeClr val="dk1"/>
              </a:solidFill>
              <a:latin typeface="Hepta Slab Medium"/>
              <a:ea typeface="Hepta Slab Medium"/>
              <a:cs typeface="Hepta Slab Medium"/>
              <a:sym typeface="Hepta Slab Medium"/>
            </a:endParaRPr>
          </a:p>
          <a:p>
            <a:pPr indent="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Hepta Slab Medium"/>
              <a:ea typeface="Hepta Slab Medium"/>
              <a:cs typeface="Hepta Slab Medium"/>
              <a:sym typeface="Hepta Slab Medium"/>
            </a:endParaRPr>
          </a:p>
        </p:txBody>
      </p:sp>
      <p:sp>
        <p:nvSpPr>
          <p:cNvPr id="581" name="Google Shape;581;p29"/>
          <p:cNvSpPr txBox="1"/>
          <p:nvPr>
            <p:ph type="title"/>
          </p:nvPr>
        </p:nvSpPr>
        <p:spPr>
          <a:xfrm>
            <a:off x="33425" y="0"/>
            <a:ext cx="7794000" cy="3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1300">
                <a:solidFill>
                  <a:srgbClr val="4A86E8"/>
                </a:solidFill>
              </a:rPr>
              <a:t>"What is the final recommendation based on the analysis?"</a:t>
            </a:r>
            <a:endParaRPr sz="1300">
              <a:solidFill>
                <a:srgbClr val="4A86E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id="586" name="Google Shape;586;p31"/>
          <p:cNvPicPr preferRelativeResize="0"/>
          <p:nvPr/>
        </p:nvPicPr>
        <p:blipFill rotWithShape="1">
          <a:blip r:embed="rId3">
            <a:alphaModFix amt="19000"/>
          </a:blip>
          <a:srcRect b="0" l="0" r="0" t="0"/>
          <a:stretch/>
        </p:blipFill>
        <p:spPr>
          <a:xfrm rot="-5400000">
            <a:off x="2007726" y="-2007726"/>
            <a:ext cx="5130051" cy="9145502"/>
          </a:xfrm>
          <a:prstGeom prst="rect">
            <a:avLst/>
          </a:prstGeom>
          <a:noFill/>
          <a:ln>
            <a:noFill/>
          </a:ln>
        </p:spPr>
      </p:pic>
      <p:sp>
        <p:nvSpPr>
          <p:cNvPr id="587" name="Google Shape;587;p31"/>
          <p:cNvSpPr txBox="1"/>
          <p:nvPr>
            <p:ph type="title"/>
          </p:nvPr>
        </p:nvSpPr>
        <p:spPr>
          <a:xfrm>
            <a:off x="697350" y="254175"/>
            <a:ext cx="7749300" cy="900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solidFill>
                  <a:schemeClr val="dk2"/>
                </a:solidFill>
              </a:rPr>
              <a:t>Acknowledgements &amp; References</a:t>
            </a:r>
            <a:endParaRPr>
              <a:solidFill>
                <a:schemeClr val="dk2"/>
              </a:solidFill>
            </a:endParaRPr>
          </a:p>
        </p:txBody>
      </p:sp>
      <p:sp>
        <p:nvSpPr>
          <p:cNvPr id="588" name="Google Shape;588;p31"/>
          <p:cNvSpPr txBox="1"/>
          <p:nvPr/>
        </p:nvSpPr>
        <p:spPr>
          <a:xfrm>
            <a:off x="326575" y="1488700"/>
            <a:ext cx="80748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Hepta Slab SemiBold"/>
                <a:ea typeface="Hepta Slab SemiBold"/>
                <a:cs typeface="Hepta Slab SemiBold"/>
                <a:sym typeface="Hepta Slab SemiBold"/>
              </a:rPr>
              <a:t>References</a:t>
            </a:r>
            <a:endParaRPr b="0" i="0" sz="1400" u="none" cap="none" strike="noStrike">
              <a:solidFill>
                <a:schemeClr val="dk1"/>
              </a:solidFill>
              <a:latin typeface="Hepta Slab SemiBold"/>
              <a:ea typeface="Hepta Slab SemiBold"/>
              <a:cs typeface="Hepta Slab SemiBold"/>
              <a:sym typeface="Hepta Slab SemiBold"/>
            </a:endParaRPr>
          </a:p>
          <a:p>
            <a:pPr indent="-317500" lvl="0" marL="457200" marR="0" rtl="0" algn="l">
              <a:lnSpc>
                <a:spcPct val="100000"/>
              </a:lnSpc>
              <a:spcBef>
                <a:spcPts val="0"/>
              </a:spcBef>
              <a:spcAft>
                <a:spcPts val="0"/>
              </a:spcAft>
              <a:buClr>
                <a:schemeClr val="dk1"/>
              </a:buClr>
              <a:buSzPts val="1400"/>
              <a:buFont typeface="Hepta Slab Medium"/>
              <a:buChar char="●"/>
            </a:pPr>
            <a:r>
              <a:rPr b="0" i="0" lang="en" sz="1400" u="none" cap="none" strike="noStrike">
                <a:solidFill>
                  <a:schemeClr val="dk1"/>
                </a:solidFill>
                <a:latin typeface="Hepta Slab Medium"/>
                <a:ea typeface="Hepta Slab Medium"/>
                <a:cs typeface="Hepta Slab Medium"/>
                <a:sym typeface="Hepta Slab Medium"/>
              </a:rPr>
              <a:t>Project Dataset (Provided Dataset)</a:t>
            </a:r>
            <a:endParaRPr b="0" i="0" sz="1400" u="none" cap="none" strike="noStrike">
              <a:solidFill>
                <a:schemeClr val="dk1"/>
              </a:solidFill>
              <a:latin typeface="Hepta Slab Medium"/>
              <a:ea typeface="Hepta Slab Medium"/>
              <a:cs typeface="Hepta Slab Medium"/>
              <a:sym typeface="Hepta Slab Medium"/>
            </a:endParaRPr>
          </a:p>
          <a:p>
            <a:pPr indent="-317500" lvl="0" marL="457200" marR="0" rtl="0" algn="l">
              <a:lnSpc>
                <a:spcPct val="100000"/>
              </a:lnSpc>
              <a:spcBef>
                <a:spcPts val="0"/>
              </a:spcBef>
              <a:spcAft>
                <a:spcPts val="0"/>
              </a:spcAft>
              <a:buClr>
                <a:schemeClr val="dk1"/>
              </a:buClr>
              <a:buSzPts val="1400"/>
              <a:buFont typeface="Hepta Slab Medium"/>
              <a:buChar char="●"/>
            </a:pPr>
            <a:r>
              <a:rPr b="0" i="0" lang="en" sz="1400" u="none" cap="none" strike="noStrike">
                <a:solidFill>
                  <a:schemeClr val="dk1"/>
                </a:solidFill>
                <a:latin typeface="Hepta Slab Medium"/>
                <a:ea typeface="Hepta Slab Medium"/>
                <a:cs typeface="Hepta Slab Medium"/>
                <a:sym typeface="Hepta Slab Medium"/>
              </a:rPr>
              <a:t>Google Sheets</a:t>
            </a:r>
            <a:endParaRPr b="0" i="0" sz="1400" u="none" cap="none" strike="noStrike">
              <a:solidFill>
                <a:schemeClr val="dk1"/>
              </a:solidFill>
              <a:latin typeface="Hepta Slab Medium"/>
              <a:ea typeface="Hepta Slab Medium"/>
              <a:cs typeface="Hepta Slab Medium"/>
              <a:sym typeface="Hepta Slab Medium"/>
            </a:endParaRPr>
          </a:p>
          <a:p>
            <a:pPr indent="-317500" lvl="0" marL="457200" marR="0" rtl="0" algn="l">
              <a:lnSpc>
                <a:spcPct val="100000"/>
              </a:lnSpc>
              <a:spcBef>
                <a:spcPts val="0"/>
              </a:spcBef>
              <a:spcAft>
                <a:spcPts val="0"/>
              </a:spcAft>
              <a:buClr>
                <a:schemeClr val="dk1"/>
              </a:buClr>
              <a:buSzPts val="1400"/>
              <a:buFont typeface="Hepta Slab Medium"/>
              <a:buChar char="●"/>
            </a:pPr>
            <a:r>
              <a:rPr b="0" i="0" lang="en" sz="1400" u="none" cap="none" strike="noStrike">
                <a:solidFill>
                  <a:schemeClr val="dk1"/>
                </a:solidFill>
                <a:latin typeface="Hepta Slab Medium"/>
                <a:ea typeface="Hepta Slab Medium"/>
                <a:cs typeface="Hepta Slab Medium"/>
                <a:sym typeface="Hepta Slab Medium"/>
              </a:rPr>
              <a:t>Pivot Tables</a:t>
            </a:r>
            <a:endParaRPr b="0" i="0" sz="1400" u="none" cap="none" strike="noStrike">
              <a:solidFill>
                <a:schemeClr val="dk1"/>
              </a:solidFill>
              <a:latin typeface="Hepta Slab Medium"/>
              <a:ea typeface="Hepta Slab Medium"/>
              <a:cs typeface="Hepta Slab Medium"/>
              <a:sym typeface="Hepta Slab Medium"/>
            </a:endParaRPr>
          </a:p>
          <a:p>
            <a:pPr indent="-317500" lvl="0" marL="457200" marR="0" rtl="0" algn="l">
              <a:lnSpc>
                <a:spcPct val="100000"/>
              </a:lnSpc>
              <a:spcBef>
                <a:spcPts val="0"/>
              </a:spcBef>
              <a:spcAft>
                <a:spcPts val="0"/>
              </a:spcAft>
              <a:buClr>
                <a:schemeClr val="dk1"/>
              </a:buClr>
              <a:buSzPts val="1400"/>
              <a:buFont typeface="Hepta Slab Medium"/>
              <a:buChar char="●"/>
            </a:pPr>
            <a:r>
              <a:rPr b="0" i="0" lang="en" sz="1400" u="none" cap="none" strike="noStrike">
                <a:solidFill>
                  <a:schemeClr val="dk1"/>
                </a:solidFill>
                <a:latin typeface="Hepta Slab Medium"/>
                <a:ea typeface="Hepta Slab Medium"/>
                <a:cs typeface="Hepta Slab Medium"/>
                <a:sym typeface="Hepta Slab Medium"/>
              </a:rPr>
              <a:t>Dashboard Visualizations</a:t>
            </a:r>
            <a:endParaRPr b="0" i="0" sz="1400" u="none" cap="none" strike="noStrike">
              <a:solidFill>
                <a:schemeClr val="dk1"/>
              </a:solidFill>
              <a:latin typeface="Hepta Slab Medium"/>
              <a:ea typeface="Hepta Slab Medium"/>
              <a:cs typeface="Hepta Slab Medium"/>
              <a:sym typeface="Hepta Slab Medium"/>
            </a:endParaRPr>
          </a:p>
          <a:p>
            <a:pPr indent="-317500" lvl="0" marL="457200" marR="0" rtl="0" algn="l">
              <a:lnSpc>
                <a:spcPct val="100000"/>
              </a:lnSpc>
              <a:spcBef>
                <a:spcPts val="0"/>
              </a:spcBef>
              <a:spcAft>
                <a:spcPts val="0"/>
              </a:spcAft>
              <a:buClr>
                <a:schemeClr val="dk1"/>
              </a:buClr>
              <a:buSzPts val="1400"/>
              <a:buFont typeface="Hepta Slab Medium"/>
              <a:buChar char="●"/>
            </a:pPr>
            <a:r>
              <a:rPr b="0" i="0" lang="en" sz="1400" u="none" cap="none" strike="noStrike">
                <a:solidFill>
                  <a:schemeClr val="dk1"/>
                </a:solidFill>
                <a:latin typeface="Hepta Slab Medium"/>
                <a:ea typeface="Hepta Slab Medium"/>
                <a:cs typeface="Hepta Slab Medium"/>
                <a:sym typeface="Hepta Slab Medium"/>
              </a:rPr>
              <a:t>Spreadsheet Analytics Techniques</a:t>
            </a:r>
            <a:endParaRPr b="0" i="0" sz="1400" u="none" cap="none" strike="noStrike">
              <a:solidFill>
                <a:schemeClr val="dk1"/>
              </a:solidFill>
              <a:latin typeface="Hepta Slab Medium"/>
              <a:ea typeface="Hepta Slab Medium"/>
              <a:cs typeface="Hepta Slab Medium"/>
              <a:sym typeface="Hepta Slab Medium"/>
            </a:endParaRPr>
          </a:p>
        </p:txBody>
      </p:sp>
      <p:sp>
        <p:nvSpPr>
          <p:cNvPr id="589" name="Google Shape;589;p31"/>
          <p:cNvSpPr txBox="1"/>
          <p:nvPr/>
        </p:nvSpPr>
        <p:spPr>
          <a:xfrm>
            <a:off x="571350" y="3409300"/>
            <a:ext cx="7875300" cy="1015800"/>
          </a:xfrm>
          <a:prstGeom prst="rect">
            <a:avLst/>
          </a:prstGeom>
          <a:noFill/>
          <a:ln cap="flat" cmpd="sng" w="9525">
            <a:solidFill>
              <a:srgbClr val="F2F2F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Hepta Slab SemiBold"/>
                <a:ea typeface="Hepta Slab SemiBold"/>
                <a:cs typeface="Hepta Slab SemiBold"/>
                <a:sym typeface="Hepta Slab SemiBold"/>
              </a:rPr>
              <a:t>Acknowledgements</a:t>
            </a:r>
            <a:endParaRPr b="0" i="0" sz="1400" u="none" cap="none" strike="noStrike">
              <a:solidFill>
                <a:srgbClr val="FF0000"/>
              </a:solidFill>
              <a:latin typeface="Hepta Slab SemiBold"/>
              <a:ea typeface="Hepta Slab SemiBold"/>
              <a:cs typeface="Hepta Slab SemiBold"/>
              <a:sym typeface="Hepta Slab SemiBol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chemeClr val="dk1"/>
                </a:solidFill>
                <a:latin typeface="Hepta Slab Medium"/>
                <a:ea typeface="Hepta Slab Medium"/>
                <a:cs typeface="Hepta Slab Medium"/>
                <a:sym typeface="Hepta Slab Medium"/>
              </a:rPr>
              <a:t>Special thanks to the project creators and mentors for providing the dataset, project framework, and analytical guidelines.</a:t>
            </a:r>
            <a:endParaRPr b="0" i="0" sz="1300" u="none" cap="none" strike="noStrike">
              <a:solidFill>
                <a:schemeClr val="dk1"/>
              </a:solidFill>
              <a:latin typeface="Hepta Slab Medium"/>
              <a:ea typeface="Hepta Slab Medium"/>
              <a:cs typeface="Hepta Slab Medium"/>
              <a:sym typeface="Hepta Slab Medium"/>
            </a:endParaRPr>
          </a:p>
        </p:txBody>
      </p:sp>
      <p:sp>
        <p:nvSpPr>
          <p:cNvPr id="590" name="Google Shape;590;p31"/>
          <p:cNvSpPr txBox="1"/>
          <p:nvPr>
            <p:ph type="title"/>
          </p:nvPr>
        </p:nvSpPr>
        <p:spPr>
          <a:xfrm>
            <a:off x="634350" y="4495075"/>
            <a:ext cx="7749300" cy="480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1900">
                <a:solidFill>
                  <a:schemeClr val="dk2"/>
                </a:solidFill>
              </a:rPr>
              <a:t>THANK YOU</a:t>
            </a:r>
            <a:endParaRPr sz="19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